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75" r:id="rId1"/>
  </p:sldMasterIdLst>
  <p:notesMasterIdLst>
    <p:notesMasterId r:id="rId48"/>
  </p:notesMasterIdLst>
  <p:handoutMasterIdLst>
    <p:handoutMasterId r:id="rId49"/>
  </p:handoutMasterIdLst>
  <p:sldIdLst>
    <p:sldId id="256" r:id="rId2"/>
    <p:sldId id="402" r:id="rId3"/>
    <p:sldId id="363" r:id="rId4"/>
    <p:sldId id="362" r:id="rId5"/>
    <p:sldId id="375" r:id="rId6"/>
    <p:sldId id="364" r:id="rId7"/>
    <p:sldId id="366" r:id="rId8"/>
    <p:sldId id="365" r:id="rId9"/>
    <p:sldId id="367" r:id="rId10"/>
    <p:sldId id="368" r:id="rId11"/>
    <p:sldId id="371" r:id="rId12"/>
    <p:sldId id="372" r:id="rId13"/>
    <p:sldId id="373" r:id="rId14"/>
    <p:sldId id="374" r:id="rId15"/>
    <p:sldId id="369" r:id="rId16"/>
    <p:sldId id="370" r:id="rId17"/>
    <p:sldId id="405" r:id="rId18"/>
    <p:sldId id="406" r:id="rId19"/>
    <p:sldId id="407" r:id="rId20"/>
    <p:sldId id="408" r:id="rId21"/>
    <p:sldId id="409" r:id="rId22"/>
    <p:sldId id="410" r:id="rId23"/>
    <p:sldId id="403" r:id="rId24"/>
    <p:sldId id="404" r:id="rId25"/>
    <p:sldId id="272" r:id="rId26"/>
    <p:sldId id="377" r:id="rId27"/>
    <p:sldId id="376" r:id="rId28"/>
    <p:sldId id="385" r:id="rId29"/>
    <p:sldId id="378" r:id="rId30"/>
    <p:sldId id="379" r:id="rId31"/>
    <p:sldId id="380" r:id="rId32"/>
    <p:sldId id="382" r:id="rId33"/>
    <p:sldId id="383" r:id="rId34"/>
    <p:sldId id="387" r:id="rId35"/>
    <p:sldId id="386" r:id="rId36"/>
    <p:sldId id="388" r:id="rId37"/>
    <p:sldId id="389" r:id="rId38"/>
    <p:sldId id="390" r:id="rId39"/>
    <p:sldId id="391" r:id="rId40"/>
    <p:sldId id="392" r:id="rId41"/>
    <p:sldId id="393" r:id="rId42"/>
    <p:sldId id="396" r:id="rId43"/>
    <p:sldId id="397" r:id="rId44"/>
    <p:sldId id="398" r:id="rId45"/>
    <p:sldId id="399" r:id="rId46"/>
    <p:sldId id="400" r:id="rId4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mbria Math" panose="02040503050406030204" pitchFamily="18" charset="0"/>
      <p:regular r:id="rId54"/>
    </p:embeddedFont>
    <p:embeddedFont>
      <p:font typeface="Poppins" panose="00000500000000000000" pitchFamily="2" charset="0"/>
      <p:regular r:id="rId55"/>
      <p:bold r:id="rId56"/>
      <p:italic r:id="rId57"/>
      <p:boldItalic r:id="rId58"/>
    </p:embeddedFont>
    <p:embeddedFont>
      <p:font typeface="標楷體" panose="03000509000000000000" pitchFamily="65" charset="-120"/>
      <p:regular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26">
          <p15:clr>
            <a:srgbClr val="9AA0A6"/>
          </p15:clr>
        </p15:guide>
        <p15:guide id="2" orient="horz" pos="720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衣綾" initials="陳衣綾" lastIdx="1" clrIdx="0">
    <p:extLst>
      <p:ext uri="{19B8F6BF-5375-455C-9EA6-DF929625EA0E}">
        <p15:presenceInfo xmlns:p15="http://schemas.microsoft.com/office/powerpoint/2012/main" userId="S::108034036@office365.nthu.edu.tw::231bc0af-6525-411e-9a73-4de2f1698c29" providerId="AD"/>
      </p:ext>
    </p:extLst>
  </p:cmAuthor>
  <p:cmAuthor id="2" name="品玲 尹" initials="品玲" lastIdx="1" clrIdx="1">
    <p:extLst>
      <p:ext uri="{19B8F6BF-5375-455C-9EA6-DF929625EA0E}">
        <p15:presenceInfo xmlns:p15="http://schemas.microsoft.com/office/powerpoint/2012/main" userId="d0201a0183f5b3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8CC"/>
    <a:srgbClr val="6C6C6C"/>
    <a:srgbClr val="A800A8"/>
    <a:srgbClr val="FFE7FF"/>
    <a:srgbClr val="FFD9FF"/>
    <a:srgbClr val="F2E5FF"/>
    <a:srgbClr val="47008E"/>
    <a:srgbClr val="69008E"/>
    <a:srgbClr val="7030A0"/>
    <a:srgbClr val="009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193ECF-1327-48E1-8871-2513AA109082}">
  <a:tblStyle styleId="{8B193ECF-1327-48E1-8871-2513AA1090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77614" autoAdjust="0"/>
  </p:normalViewPr>
  <p:slideViewPr>
    <p:cSldViewPr snapToGrid="0">
      <p:cViewPr varScale="1">
        <p:scale>
          <a:sx n="65" d="100"/>
          <a:sy n="65" d="100"/>
        </p:scale>
        <p:origin x="1336" y="36"/>
      </p:cViewPr>
      <p:guideLst>
        <p:guide orient="horz" pos="2826"/>
        <p:guide orient="horz" pos="7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A0BA01C-A111-2F08-85F9-990BA665D9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BB9BE87-2ACB-E328-0DA6-EDE1CDECF4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F485D-9A45-483F-B418-532BC5D2B739}" type="datetimeFigureOut">
              <a:rPr lang="zh-TW" altLang="en-US" smtClean="0"/>
              <a:t>2023/10/20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5AC73B0-6F1D-EC83-CB23-4F3B7079F7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295556-9FB7-56A5-1BBA-5627A1C3C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B2262-B73F-4E29-A96C-CE6ACC17D7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3247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2000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142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33358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88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4062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2904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2373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812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926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3417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7397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575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6477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2554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9034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3966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2379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3991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2235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3912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614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319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8" name="Google Shape;4878;g146b887401b_0_2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9" name="Google Shape;4879;g146b887401b_0_2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1232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3769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0383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3415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8119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599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293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11160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35114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2348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9757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6879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9499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29357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1112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5950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5922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83411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34494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3305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332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" name="Google Shape;11;p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111275" y="669163"/>
            <a:ext cx="3661200" cy="28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1371600" y="3910025"/>
            <a:ext cx="64008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952850"/>
            <a:ext cx="6400800" cy="79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>
            <a:off x="1371600" y="2816250"/>
            <a:ext cx="64008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ubTitle" idx="1"/>
          </p:nvPr>
        </p:nvSpPr>
        <p:spPr>
          <a:xfrm>
            <a:off x="1362200" y="1403125"/>
            <a:ext cx="43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1362200" y="590700"/>
            <a:ext cx="4339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2"/>
          </p:nvPr>
        </p:nvSpPr>
        <p:spPr>
          <a:xfrm>
            <a:off x="1362200" y="2573575"/>
            <a:ext cx="43392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idx="3"/>
          </p:nvPr>
        </p:nvSpPr>
        <p:spPr>
          <a:xfrm>
            <a:off x="1362200" y="2243823"/>
            <a:ext cx="4339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1371600" y="540000"/>
            <a:ext cx="4296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ubTitle" idx="1"/>
          </p:nvPr>
        </p:nvSpPr>
        <p:spPr>
          <a:xfrm>
            <a:off x="1371600" y="1841450"/>
            <a:ext cx="27132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E93378-5AD2-5B77-8C7B-9EB64032B88F}"/>
              </a:ext>
            </a:extLst>
          </p:cNvPr>
          <p:cNvSpPr txBox="1"/>
          <p:nvPr userDrawn="1"/>
        </p:nvSpPr>
        <p:spPr>
          <a:xfrm>
            <a:off x="8580120" y="470154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C9BC7A-D7FB-4A42-9A07-D42E3BACD70C}" type="slidenum">
              <a:rPr lang="en-US" altLang="zh-TW" sz="12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62" r:id="rId4"/>
    <p:sldLayoutId id="2147483669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EA4335"/>
          </p15:clr>
        </p15:guide>
        <p15:guide id="2" orient="horz" pos="346">
          <p15:clr>
            <a:srgbClr val="EA4335"/>
          </p15:clr>
        </p15:guide>
        <p15:guide id="3" pos="5414">
          <p15:clr>
            <a:srgbClr val="EA4335"/>
          </p15:clr>
        </p15:guide>
        <p15:guide id="4" orient="horz" pos="2894">
          <p15:clr>
            <a:srgbClr val="EA4335"/>
          </p15:clr>
        </p15:guide>
        <p15:guide id="5" pos="864">
          <p15:clr>
            <a:srgbClr val="9900FF"/>
          </p15:clr>
        </p15:guide>
        <p15:guide id="6" pos="489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.xml"/><Relationship Id="rId11" Type="http://schemas.openxmlformats.org/officeDocument/2006/relationships/slide" Target="slide24.xml"/><Relationship Id="rId5" Type="http://schemas.openxmlformats.org/officeDocument/2006/relationships/slide" Target="slide3.xml"/><Relationship Id="rId10" Type="http://schemas.openxmlformats.org/officeDocument/2006/relationships/slide" Target="slide23.xml"/><Relationship Id="rId4" Type="http://schemas.openxmlformats.org/officeDocument/2006/relationships/slide" Target="slide9.xml"/><Relationship Id="rId9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slide" Target="slide9.xml"/><Relationship Id="rId21" Type="http://schemas.openxmlformats.org/officeDocument/2006/relationships/image" Target="../media/image25.png"/><Relationship Id="rId42" Type="http://schemas.openxmlformats.org/officeDocument/2006/relationships/slide" Target="slide2.xml"/><Relationship Id="rId47" Type="http://schemas.openxmlformats.org/officeDocument/2006/relationships/slide" Target="slide17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8" Type="http://schemas.openxmlformats.org/officeDocument/2006/relationships/image" Target="../media/image34.png"/><Relationship Id="rId46" Type="http://schemas.openxmlformats.org/officeDocument/2006/relationships/slide" Target="slide24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41" Type="http://schemas.openxmlformats.org/officeDocument/2006/relationships/slide" Target="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slide" Target="slide3.xml"/><Relationship Id="rId45" Type="http://schemas.openxmlformats.org/officeDocument/2006/relationships/slide" Target="slide23.xml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36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4" Type="http://schemas.openxmlformats.org/officeDocument/2006/relationships/slide" Target="slide6.xml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slide" Target="slide4.xml"/><Relationship Id="rId8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35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24.xml"/><Relationship Id="rId5" Type="http://schemas.openxmlformats.org/officeDocument/2006/relationships/slide" Target="slide9.xml"/><Relationship Id="rId10" Type="http://schemas.openxmlformats.org/officeDocument/2006/relationships/slide" Target="slide23.xml"/><Relationship Id="rId4" Type="http://schemas.openxmlformats.org/officeDocument/2006/relationships/slide" Target="slide1.xml"/><Relationship Id="rId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slide" Target="slide26.xml"/><Relationship Id="rId7" Type="http://schemas.openxmlformats.org/officeDocument/2006/relationships/slide" Target="slide1.xml"/><Relationship Id="rId12" Type="http://schemas.openxmlformats.org/officeDocument/2006/relationships/slide" Target="slide2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23.xml"/><Relationship Id="rId5" Type="http://schemas.openxmlformats.org/officeDocument/2006/relationships/slide" Target="slide9.xml"/><Relationship Id="rId10" Type="http://schemas.openxmlformats.org/officeDocument/2006/relationships/slide" Target="slide6.xml"/><Relationship Id="rId4" Type="http://schemas.openxmlformats.org/officeDocument/2006/relationships/slide" Target="slide28.xml"/><Relationship Id="rId9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slide" Target="slide26.xml"/><Relationship Id="rId7" Type="http://schemas.openxmlformats.org/officeDocument/2006/relationships/slide" Target="slide1.xml"/><Relationship Id="rId12" Type="http://schemas.openxmlformats.org/officeDocument/2006/relationships/slide" Target="slide2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23.xml"/><Relationship Id="rId5" Type="http://schemas.openxmlformats.org/officeDocument/2006/relationships/slide" Target="slide9.xml"/><Relationship Id="rId10" Type="http://schemas.openxmlformats.org/officeDocument/2006/relationships/slide" Target="slide6.xml"/><Relationship Id="rId4" Type="http://schemas.openxmlformats.org/officeDocument/2006/relationships/slide" Target="slide28.xml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slide" Target="slide28.xml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slide" Target="slide29.xml"/><Relationship Id="rId10" Type="http://schemas.openxmlformats.org/officeDocument/2006/relationships/slide" Target="slide4.xml"/><Relationship Id="rId4" Type="http://schemas.openxmlformats.org/officeDocument/2006/relationships/slide" Target="slide26.xml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slide" Target="slide26.xml"/><Relationship Id="rId7" Type="http://schemas.openxmlformats.org/officeDocument/2006/relationships/slide" Target="slide1.xml"/><Relationship Id="rId12" Type="http://schemas.openxmlformats.org/officeDocument/2006/relationships/slide" Target="slide2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slide" Target="slide23.xml"/><Relationship Id="rId5" Type="http://schemas.openxmlformats.org/officeDocument/2006/relationships/slide" Target="slide9.xml"/><Relationship Id="rId10" Type="http://schemas.openxmlformats.org/officeDocument/2006/relationships/slide" Target="slide6.xml"/><Relationship Id="rId4" Type="http://schemas.openxmlformats.org/officeDocument/2006/relationships/slide" Target="slide28.xml"/><Relationship Id="rId9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32.xml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.xml"/><Relationship Id="rId11" Type="http://schemas.openxmlformats.org/officeDocument/2006/relationships/slide" Target="slide24.xml"/><Relationship Id="rId5" Type="http://schemas.openxmlformats.org/officeDocument/2006/relationships/slide" Target="slide3.xml"/><Relationship Id="rId10" Type="http://schemas.openxmlformats.org/officeDocument/2006/relationships/slide" Target="slide23.xml"/><Relationship Id="rId4" Type="http://schemas.openxmlformats.org/officeDocument/2006/relationships/slide" Target="slide9.xml"/><Relationship Id="rId9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23.xml"/><Relationship Id="rId3" Type="http://schemas.openxmlformats.org/officeDocument/2006/relationships/slide" Target="slide26.xml"/><Relationship Id="rId7" Type="http://schemas.openxmlformats.org/officeDocument/2006/relationships/slide" Target="slide9.xml"/><Relationship Id="rId12" Type="http://schemas.openxmlformats.org/officeDocument/2006/relationships/slide" Target="slide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5.xml"/><Relationship Id="rId11" Type="http://schemas.openxmlformats.org/officeDocument/2006/relationships/slide" Target="slide4.xml"/><Relationship Id="rId5" Type="http://schemas.openxmlformats.org/officeDocument/2006/relationships/slide" Target="slide33.xml"/><Relationship Id="rId1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slide" Target="slide28.xml"/><Relationship Id="rId9" Type="http://schemas.openxmlformats.org/officeDocument/2006/relationships/slide" Target="slide1.xml"/><Relationship Id="rId14" Type="http://schemas.openxmlformats.org/officeDocument/2006/relationships/slide" Target="slide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23.xml"/><Relationship Id="rId3" Type="http://schemas.openxmlformats.org/officeDocument/2006/relationships/slide" Target="slide28.xml"/><Relationship Id="rId7" Type="http://schemas.openxmlformats.org/officeDocument/2006/relationships/slide" Target="slide9.xml"/><Relationship Id="rId12" Type="http://schemas.openxmlformats.org/officeDocument/2006/relationships/slide" Target="slide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7.xml"/><Relationship Id="rId11" Type="http://schemas.openxmlformats.org/officeDocument/2006/relationships/slide" Target="slide4.xml"/><Relationship Id="rId5" Type="http://schemas.openxmlformats.org/officeDocument/2006/relationships/slide" Target="slide35.xml"/><Relationship Id="rId1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slide" Target="slide34.xml"/><Relationship Id="rId9" Type="http://schemas.openxmlformats.org/officeDocument/2006/relationships/slide" Target="slide1.xml"/><Relationship Id="rId14" Type="http://schemas.openxmlformats.org/officeDocument/2006/relationships/slide" Target="slide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13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39.xml"/><Relationship Id="rId12" Type="http://schemas.openxmlformats.org/officeDocument/2006/relationships/slide" Target="slide4.xml"/><Relationship Id="rId2" Type="http://schemas.openxmlformats.org/officeDocument/2006/relationships/notesSlide" Target="../notesSlides/notesSlide1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8.xml"/><Relationship Id="rId11" Type="http://schemas.openxmlformats.org/officeDocument/2006/relationships/slide" Target="slide2.xml"/><Relationship Id="rId5" Type="http://schemas.openxmlformats.org/officeDocument/2006/relationships/slide" Target="slide37.xml"/><Relationship Id="rId15" Type="http://schemas.openxmlformats.org/officeDocument/2006/relationships/slide" Target="slide24.xml"/><Relationship Id="rId10" Type="http://schemas.openxmlformats.org/officeDocument/2006/relationships/slide" Target="slide3.xml"/><Relationship Id="rId4" Type="http://schemas.openxmlformats.org/officeDocument/2006/relationships/slide" Target="slide36.xml"/><Relationship Id="rId9" Type="http://schemas.openxmlformats.org/officeDocument/2006/relationships/slide" Target="slide9.xml"/><Relationship Id="rId14" Type="http://schemas.openxmlformats.org/officeDocument/2006/relationships/slide" Target="slide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41.xml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.xml"/><Relationship Id="rId11" Type="http://schemas.openxmlformats.org/officeDocument/2006/relationships/slide" Target="slide24.xml"/><Relationship Id="rId5" Type="http://schemas.openxmlformats.org/officeDocument/2006/relationships/slide" Target="slide3.xml"/><Relationship Id="rId10" Type="http://schemas.openxmlformats.org/officeDocument/2006/relationships/slide" Target="slide23.xml"/><Relationship Id="rId4" Type="http://schemas.openxmlformats.org/officeDocument/2006/relationships/slide" Target="slide9.xml"/><Relationship Id="rId9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slide" Target="slide42.xml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slide" Target="slide26.xml"/><Relationship Id="rId10" Type="http://schemas.openxmlformats.org/officeDocument/2006/relationships/slide" Target="slide4.xml"/><Relationship Id="rId4" Type="http://schemas.openxmlformats.org/officeDocument/2006/relationships/slide" Target="slide43.xml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slide" Target="slide26.xml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slide" Target="slide44.xml"/><Relationship Id="rId10" Type="http://schemas.openxmlformats.org/officeDocument/2006/relationships/slide" Target="slide4.xml"/><Relationship Id="rId4" Type="http://schemas.openxmlformats.org/officeDocument/2006/relationships/slide" Target="slide32.xml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24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slide" Target="slide4.xml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notesSlide" Target="../notesSlides/notesSlide25.xml"/><Relationship Id="rId16" Type="http://schemas.openxmlformats.org/officeDocument/2006/relationships/slide" Target="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slide" Target="slide1.xml"/><Relationship Id="rId5" Type="http://schemas.openxmlformats.org/officeDocument/2006/relationships/image" Target="../media/image39.png"/><Relationship Id="rId15" Type="http://schemas.openxmlformats.org/officeDocument/2006/relationships/slide" Target="slide23.xml"/><Relationship Id="rId10" Type="http://schemas.openxmlformats.org/officeDocument/2006/relationships/slide" Target="slide3.xml"/><Relationship Id="rId4" Type="http://schemas.openxmlformats.org/officeDocument/2006/relationships/image" Target="../media/image38.png"/><Relationship Id="rId9" Type="http://schemas.openxmlformats.org/officeDocument/2006/relationships/slide" Target="slide9.xml"/><Relationship Id="rId14" Type="http://schemas.openxmlformats.org/officeDocument/2006/relationships/slide" Target="slide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23.xml"/><Relationship Id="rId3" Type="http://schemas.openxmlformats.org/officeDocument/2006/relationships/image" Target="../media/image380.png"/><Relationship Id="rId7" Type="http://schemas.openxmlformats.org/officeDocument/2006/relationships/slide" Target="slide9.xml"/><Relationship Id="rId12" Type="http://schemas.openxmlformats.org/officeDocument/2006/relationships/slide" Target="slide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0.png"/><Relationship Id="rId11" Type="http://schemas.openxmlformats.org/officeDocument/2006/relationships/slide" Target="slide4.xml"/><Relationship Id="rId5" Type="http://schemas.openxmlformats.org/officeDocument/2006/relationships/image" Target="../media/image400.png"/><Relationship Id="rId1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image" Target="../media/image390.png"/><Relationship Id="rId9" Type="http://schemas.openxmlformats.org/officeDocument/2006/relationships/slide" Target="slide1.xml"/><Relationship Id="rId14" Type="http://schemas.openxmlformats.org/officeDocument/2006/relationships/slide" Target="slide2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3" Type="http://schemas.openxmlformats.org/officeDocument/2006/relationships/image" Target="../media/image420.png"/><Relationship Id="rId7" Type="http://schemas.openxmlformats.org/officeDocument/2006/relationships/image" Target="../media/image46.png"/><Relationship Id="rId12" Type="http://schemas.openxmlformats.org/officeDocument/2006/relationships/slide" Target="slide4.xml"/><Relationship Id="rId2" Type="http://schemas.openxmlformats.org/officeDocument/2006/relationships/notesSlide" Target="../notesSlides/notesSlide27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slide" Target="slide2.xml"/><Relationship Id="rId5" Type="http://schemas.openxmlformats.org/officeDocument/2006/relationships/image" Target="../media/image44.png"/><Relationship Id="rId15" Type="http://schemas.openxmlformats.org/officeDocument/2006/relationships/slide" Target="slide24.xml"/><Relationship Id="rId10" Type="http://schemas.openxmlformats.org/officeDocument/2006/relationships/slide" Target="slide1.xml"/><Relationship Id="rId4" Type="http://schemas.openxmlformats.org/officeDocument/2006/relationships/image" Target="../media/image43.png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image" Target="../media/image47.png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image" Target="../media/image49.png"/><Relationship Id="rId10" Type="http://schemas.openxmlformats.org/officeDocument/2006/relationships/slide" Target="slide4.xml"/><Relationship Id="rId4" Type="http://schemas.openxmlformats.org/officeDocument/2006/relationships/image" Target="../media/image48.png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image" Target="../media/image50.png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image" Target="../media/image52.png"/><Relationship Id="rId10" Type="http://schemas.openxmlformats.org/officeDocument/2006/relationships/slide" Target="slide4.xml"/><Relationship Id="rId4" Type="http://schemas.openxmlformats.org/officeDocument/2006/relationships/image" Target="../media/image51.png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24.xml"/><Relationship Id="rId3" Type="http://schemas.openxmlformats.org/officeDocument/2006/relationships/image" Target="../media/image53.png"/><Relationship Id="rId7" Type="http://schemas.openxmlformats.org/officeDocument/2006/relationships/slide" Target="slide3.xml"/><Relationship Id="rId12" Type="http://schemas.openxmlformats.org/officeDocument/2006/relationships/slide" Target="slide2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11" Type="http://schemas.openxmlformats.org/officeDocument/2006/relationships/slide" Target="slide6.xml"/><Relationship Id="rId5" Type="http://schemas.openxmlformats.org/officeDocument/2006/relationships/image" Target="../media/image55.png"/><Relationship Id="rId10" Type="http://schemas.openxmlformats.org/officeDocument/2006/relationships/slide" Target="slide4.xml"/><Relationship Id="rId4" Type="http://schemas.openxmlformats.org/officeDocument/2006/relationships/image" Target="../media/image54.png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slide" Target="slide3.xml"/><Relationship Id="rId18" Type="http://schemas.openxmlformats.org/officeDocument/2006/relationships/slide" Target="slide23.xml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slide" Target="slide9.xml"/><Relationship Id="rId17" Type="http://schemas.openxmlformats.org/officeDocument/2006/relationships/slide" Target="slide6.xml"/><Relationship Id="rId2" Type="http://schemas.openxmlformats.org/officeDocument/2006/relationships/notesSlide" Target="../notesSlides/notesSlide31.xml"/><Relationship Id="rId16" Type="http://schemas.openxmlformats.org/officeDocument/2006/relationships/slide" Target="slide4.xml"/><Relationship Id="rId20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slide" Target="slide2.xml"/><Relationship Id="rId10" Type="http://schemas.openxmlformats.org/officeDocument/2006/relationships/image" Target="../media/image63.png"/><Relationship Id="rId19" Type="http://schemas.openxmlformats.org/officeDocument/2006/relationships/slide" Target="slide24.xml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2.xml"/><Relationship Id="rId18" Type="http://schemas.openxmlformats.org/officeDocument/2006/relationships/slide" Target="slide17.xml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slide" Target="slide1.xml"/><Relationship Id="rId17" Type="http://schemas.openxmlformats.org/officeDocument/2006/relationships/slide" Target="slide24.xml"/><Relationship Id="rId2" Type="http://schemas.openxmlformats.org/officeDocument/2006/relationships/notesSlide" Target="../notesSlides/notesSlide32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11" Type="http://schemas.openxmlformats.org/officeDocument/2006/relationships/slide" Target="slide3.xml"/><Relationship Id="rId5" Type="http://schemas.openxmlformats.org/officeDocument/2006/relationships/image" Target="../media/image67.png"/><Relationship Id="rId1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slide" Target="slide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slide" Target="slide2.xml"/><Relationship Id="rId18" Type="http://schemas.openxmlformats.org/officeDocument/2006/relationships/slide" Target="slide17.xml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slide" Target="slide1.xml"/><Relationship Id="rId17" Type="http://schemas.openxmlformats.org/officeDocument/2006/relationships/slide" Target="slide24.xml"/><Relationship Id="rId2" Type="http://schemas.openxmlformats.org/officeDocument/2006/relationships/notesSlide" Target="../notesSlides/notesSlide33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11" Type="http://schemas.openxmlformats.org/officeDocument/2006/relationships/slide" Target="slide3.xml"/><Relationship Id="rId5" Type="http://schemas.openxmlformats.org/officeDocument/2006/relationships/image" Target="../media/image74.png"/><Relationship Id="rId1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slide" Target="slide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slide" Target="slide2.xml"/><Relationship Id="rId18" Type="http://schemas.openxmlformats.org/officeDocument/2006/relationships/slide" Target="slide17.xml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slide" Target="slide1.xml"/><Relationship Id="rId17" Type="http://schemas.openxmlformats.org/officeDocument/2006/relationships/slide" Target="slide24.xml"/><Relationship Id="rId2" Type="http://schemas.openxmlformats.org/officeDocument/2006/relationships/notesSlide" Target="../notesSlides/notesSlide34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11" Type="http://schemas.openxmlformats.org/officeDocument/2006/relationships/slide" Target="slide3.xml"/><Relationship Id="rId5" Type="http://schemas.openxmlformats.org/officeDocument/2006/relationships/image" Target="../media/image81.png"/><Relationship Id="rId1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slide" Target="slide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slide" Target="slide4.xml"/><Relationship Id="rId2" Type="http://schemas.openxmlformats.org/officeDocument/2006/relationships/notesSlide" Target="../notesSlides/notesSlide35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9.png"/><Relationship Id="rId11" Type="http://schemas.openxmlformats.org/officeDocument/2006/relationships/slide" Target="slide2.xml"/><Relationship Id="rId5" Type="http://schemas.openxmlformats.org/officeDocument/2006/relationships/image" Target="../media/image88.png"/><Relationship Id="rId15" Type="http://schemas.openxmlformats.org/officeDocument/2006/relationships/slide" Target="slide24.xml"/><Relationship Id="rId10" Type="http://schemas.openxmlformats.org/officeDocument/2006/relationships/slide" Target="slide1.xml"/><Relationship Id="rId4" Type="http://schemas.openxmlformats.org/officeDocument/2006/relationships/image" Target="../media/image87.png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slide" Target="slide2.xml"/><Relationship Id="rId18" Type="http://schemas.openxmlformats.org/officeDocument/2006/relationships/slide" Target="slide17.xml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slide" Target="slide1.xml"/><Relationship Id="rId17" Type="http://schemas.openxmlformats.org/officeDocument/2006/relationships/slide" Target="slide24.xml"/><Relationship Id="rId2" Type="http://schemas.openxmlformats.org/officeDocument/2006/relationships/notesSlide" Target="../notesSlides/notesSlide36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4.png"/><Relationship Id="rId11" Type="http://schemas.openxmlformats.org/officeDocument/2006/relationships/slide" Target="slide3.xml"/><Relationship Id="rId5" Type="http://schemas.openxmlformats.org/officeDocument/2006/relationships/image" Target="../media/image93.png"/><Relationship Id="rId1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slide" Target="slide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slide" Target="slide4.xml"/><Relationship Id="rId2" Type="http://schemas.openxmlformats.org/officeDocument/2006/relationships/notesSlide" Target="../notesSlides/notesSlide37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11" Type="http://schemas.openxmlformats.org/officeDocument/2006/relationships/slide" Target="slide2.xml"/><Relationship Id="rId5" Type="http://schemas.openxmlformats.org/officeDocument/2006/relationships/image" Target="../media/image100.png"/><Relationship Id="rId15" Type="http://schemas.openxmlformats.org/officeDocument/2006/relationships/slide" Target="slide24.xml"/><Relationship Id="rId10" Type="http://schemas.openxmlformats.org/officeDocument/2006/relationships/slide" Target="slide1.xml"/><Relationship Id="rId4" Type="http://schemas.openxmlformats.org/officeDocument/2006/relationships/image" Target="../media/image99.png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slide" Target="slide4.xml"/><Relationship Id="rId2" Type="http://schemas.openxmlformats.org/officeDocument/2006/relationships/notesSlide" Target="../notesSlides/notesSlide38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6.png"/><Relationship Id="rId11" Type="http://schemas.openxmlformats.org/officeDocument/2006/relationships/slide" Target="slide2.xml"/><Relationship Id="rId5" Type="http://schemas.openxmlformats.org/officeDocument/2006/relationships/image" Target="../media/image105.png"/><Relationship Id="rId15" Type="http://schemas.openxmlformats.org/officeDocument/2006/relationships/slide" Target="slide24.xml"/><Relationship Id="rId10" Type="http://schemas.openxmlformats.org/officeDocument/2006/relationships/slide" Target="slide1.xml"/><Relationship Id="rId4" Type="http://schemas.openxmlformats.org/officeDocument/2006/relationships/image" Target="../media/image104.png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slide" Target="slide4.xml"/><Relationship Id="rId2" Type="http://schemas.openxmlformats.org/officeDocument/2006/relationships/notesSlide" Target="../notesSlides/notesSlide39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1.png"/><Relationship Id="rId11" Type="http://schemas.openxmlformats.org/officeDocument/2006/relationships/slide" Target="slide2.xml"/><Relationship Id="rId5" Type="http://schemas.openxmlformats.org/officeDocument/2006/relationships/image" Target="../media/image110.png"/><Relationship Id="rId15" Type="http://schemas.openxmlformats.org/officeDocument/2006/relationships/slide" Target="slide24.xml"/><Relationship Id="rId10" Type="http://schemas.openxmlformats.org/officeDocument/2006/relationships/slide" Target="slide1.xml"/><Relationship Id="rId4" Type="http://schemas.openxmlformats.org/officeDocument/2006/relationships/image" Target="../media/image109.png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113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.xml"/><Relationship Id="rId11" Type="http://schemas.openxmlformats.org/officeDocument/2006/relationships/slide" Target="slide24.xml"/><Relationship Id="rId5" Type="http://schemas.openxmlformats.org/officeDocument/2006/relationships/slide" Target="slide3.xml"/><Relationship Id="rId10" Type="http://schemas.openxmlformats.org/officeDocument/2006/relationships/slide" Target="slide23.xml"/><Relationship Id="rId4" Type="http://schemas.openxmlformats.org/officeDocument/2006/relationships/slide" Target="slide9.xml"/><Relationship Id="rId9" Type="http://schemas.openxmlformats.org/officeDocument/2006/relationships/slide" Target="slide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slide" Target="slide4.xml"/><Relationship Id="rId21" Type="http://schemas.openxmlformats.org/officeDocument/2006/relationships/slide" Target="slide24.xml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slide" Target="slide2.xml"/><Relationship Id="rId2" Type="http://schemas.openxmlformats.org/officeDocument/2006/relationships/notesSlide" Target="../notesSlides/notesSlide41.xml"/><Relationship Id="rId16" Type="http://schemas.openxmlformats.org/officeDocument/2006/relationships/slide" Target="slide1.xml"/><Relationship Id="rId20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15" Type="http://schemas.openxmlformats.org/officeDocument/2006/relationships/slide" Target="slide3.xml"/><Relationship Id="rId10" Type="http://schemas.openxmlformats.org/officeDocument/2006/relationships/image" Target="../media/image118.png"/><Relationship Id="rId19" Type="http://schemas.openxmlformats.org/officeDocument/2006/relationships/slide" Target="slide6.xml"/><Relationship Id="rId9" Type="http://schemas.openxmlformats.org/officeDocument/2006/relationships/image" Target="../media/image117.png"/><Relationship Id="rId14" Type="http://schemas.openxmlformats.org/officeDocument/2006/relationships/slide" Target="slide9.xml"/><Relationship Id="rId22" Type="http://schemas.openxmlformats.org/officeDocument/2006/relationships/slide" Target="slide1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slide" Target="slide3.xml"/><Relationship Id="rId18" Type="http://schemas.openxmlformats.org/officeDocument/2006/relationships/slide" Target="slide23.xml"/><Relationship Id="rId7" Type="http://schemas.openxmlformats.org/officeDocument/2006/relationships/image" Target="../media/image123.png"/><Relationship Id="rId12" Type="http://schemas.openxmlformats.org/officeDocument/2006/relationships/slide" Target="slide9.xml"/><Relationship Id="rId17" Type="http://schemas.openxmlformats.org/officeDocument/2006/relationships/slide" Target="slide6.xml"/><Relationship Id="rId2" Type="http://schemas.openxmlformats.org/officeDocument/2006/relationships/notesSlide" Target="../notesSlides/notesSlide42.xml"/><Relationship Id="rId16" Type="http://schemas.openxmlformats.org/officeDocument/2006/relationships/slide" Target="slide4.xml"/><Relationship Id="rId20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15" Type="http://schemas.openxmlformats.org/officeDocument/2006/relationships/slide" Target="slide2.xml"/><Relationship Id="rId10" Type="http://schemas.openxmlformats.org/officeDocument/2006/relationships/image" Target="../media/image126.png"/><Relationship Id="rId19" Type="http://schemas.openxmlformats.org/officeDocument/2006/relationships/slide" Target="slide24.xml"/><Relationship Id="rId9" Type="http://schemas.openxmlformats.org/officeDocument/2006/relationships/image" Target="../media/image125.png"/><Relationship Id="rId14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6.xml"/><Relationship Id="rId7" Type="http://schemas.openxmlformats.org/officeDocument/2006/relationships/image" Target="../media/image129.png"/><Relationship Id="rId12" Type="http://schemas.openxmlformats.org/officeDocument/2006/relationships/slide" Target="slide4.xml"/><Relationship Id="rId2" Type="http://schemas.openxmlformats.org/officeDocument/2006/relationships/notesSlide" Target="../notesSlides/notesSlide4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8.png"/><Relationship Id="rId11" Type="http://schemas.openxmlformats.org/officeDocument/2006/relationships/slide" Target="slide2.xml"/><Relationship Id="rId15" Type="http://schemas.openxmlformats.org/officeDocument/2006/relationships/slide" Target="slide24.xml"/><Relationship Id="rId10" Type="http://schemas.openxmlformats.org/officeDocument/2006/relationships/slide" Target="slide1.xml"/><Relationship Id="rId9" Type="http://schemas.openxmlformats.org/officeDocument/2006/relationships/slide" Target="slide3.xml"/><Relationship Id="rId14" Type="http://schemas.openxmlformats.org/officeDocument/2006/relationships/slide" Target="slide2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8" Type="http://schemas.openxmlformats.org/officeDocument/2006/relationships/image" Target="../media/image137.png"/><Relationship Id="rId26" Type="http://schemas.openxmlformats.org/officeDocument/2006/relationships/slide" Target="slide24.xml"/><Relationship Id="rId3" Type="http://schemas.openxmlformats.org/officeDocument/2006/relationships/image" Target="../media/image130.png"/><Relationship Id="rId21" Type="http://schemas.openxmlformats.org/officeDocument/2006/relationships/slide" Target="slide1.xml"/><Relationship Id="rId7" Type="http://schemas.openxmlformats.org/officeDocument/2006/relationships/image" Target="../media/image134.png"/><Relationship Id="rId17" Type="http://schemas.openxmlformats.org/officeDocument/2006/relationships/image" Target="../media/image136.png"/><Relationship Id="rId25" Type="http://schemas.openxmlformats.org/officeDocument/2006/relationships/slide" Target="slide23.xml"/><Relationship Id="rId2" Type="http://schemas.openxmlformats.org/officeDocument/2006/relationships/notesSlide" Target="../notesSlides/notesSlide44.xml"/><Relationship Id="rId20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3.png"/><Relationship Id="rId24" Type="http://schemas.openxmlformats.org/officeDocument/2006/relationships/slide" Target="slide6.xml"/><Relationship Id="rId5" Type="http://schemas.openxmlformats.org/officeDocument/2006/relationships/image" Target="../media/image132.png"/><Relationship Id="rId23" Type="http://schemas.openxmlformats.org/officeDocument/2006/relationships/slide" Target="slide4.xml"/><Relationship Id="rId19" Type="http://schemas.openxmlformats.org/officeDocument/2006/relationships/slide" Target="slide9.xml"/><Relationship Id="rId4" Type="http://schemas.openxmlformats.org/officeDocument/2006/relationships/image" Target="../media/image131.png"/><Relationship Id="rId22" Type="http://schemas.openxmlformats.org/officeDocument/2006/relationships/slide" Target="slide2.xml"/><Relationship Id="rId27" Type="http://schemas.openxmlformats.org/officeDocument/2006/relationships/slide" Target="slide1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slide" Target="slide4.xml"/><Relationship Id="rId3" Type="http://schemas.openxmlformats.org/officeDocument/2006/relationships/image" Target="../media/image138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notesSlide" Target="../notesSlides/notesSlide45.xml"/><Relationship Id="rId16" Type="http://schemas.openxmlformats.org/officeDocument/2006/relationships/slide" Target="slide24.xml"/><Relationship Id="rId1" Type="http://schemas.openxmlformats.org/officeDocument/2006/relationships/slideLayout" Target="../slideLayouts/slideLayout4.xml"/><Relationship Id="rId11" Type="http://schemas.openxmlformats.org/officeDocument/2006/relationships/slide" Target="slide1.xml"/><Relationship Id="rId15" Type="http://schemas.openxmlformats.org/officeDocument/2006/relationships/slide" Target="slide23.xml"/><Relationship Id="rId10" Type="http://schemas.openxmlformats.org/officeDocument/2006/relationships/slide" Target="slide3.xml"/><Relationship Id="rId4" Type="http://schemas.openxmlformats.org/officeDocument/2006/relationships/image" Target="../media/image1360.png"/><Relationship Id="rId9" Type="http://schemas.openxmlformats.org/officeDocument/2006/relationships/slide" Target="slide9.xml"/><Relationship Id="rId1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55081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ctrTitle"/>
          </p:nvPr>
        </p:nvSpPr>
        <p:spPr>
          <a:xfrm>
            <a:off x="1283698" y="1612412"/>
            <a:ext cx="6845778" cy="1391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任務排程系統新模組開發</a:t>
            </a:r>
            <a:endParaRPr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2670689" y="3988298"/>
            <a:ext cx="4071796" cy="600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國家太空中心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>
              <a:spcAft>
                <a:spcPts val="300"/>
              </a:spcAft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國立清華大學工業工程與工程管理學系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4" name="Google Shape;234;p30">
            <a:hlinkClick r:id="" action="ppaction://hlinkshowjump?jump=firstslide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13826" y="228908"/>
            <a:ext cx="1196302" cy="1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6" name="Google Shape;236;p30">
            <a:hlinkClick r:id="rId3" action="ppaction://hlinksldjump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172846" y="228908"/>
            <a:ext cx="892500" cy="1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7" name="Google Shape;237;p30">
            <a:hlinkClick r:id="rId4" action="ppaction://hlinksldjump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69300" y="236042"/>
            <a:ext cx="1552664" cy="2120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8" name="Google Shape;238;p30">
            <a:hlinkClick r:id="rId5" action="ppaction://hlinksldjump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068553" y="198453"/>
            <a:ext cx="1196302" cy="2668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FBB212-6AB2-7B95-208B-B4E1E2C3247E}"/>
              </a:ext>
            </a:extLst>
          </p:cNvPr>
          <p:cNvSpPr txBox="1"/>
          <p:nvPr/>
        </p:nvSpPr>
        <p:spPr>
          <a:xfrm>
            <a:off x="2050953" y="2960620"/>
            <a:ext cx="53112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產學合作研究計畫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2023 / 10 / 20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2D17F6-1515-34DE-7169-079E5181ABF6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9C143611-293F-723E-B068-CFBCEDDA0E25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6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1369005A-FE6D-10C3-703D-FFF0B2EC7B43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4" name="矩形 3">
            <a:hlinkClick r:id="rId6" action="ppaction://hlinksldjump"/>
            <a:extLst>
              <a:ext uri="{FF2B5EF4-FFF2-40B4-BE49-F238E27FC236}">
                <a16:creationId xmlns:a16="http://schemas.microsoft.com/office/drawing/2014/main" id="{44E49FBF-BC78-4B76-99D2-A5EB2EA7B0F7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hlinkClick r:id="rId4" action="ppaction://hlinksldjump"/>
            <a:extLst>
              <a:ext uri="{FF2B5EF4-FFF2-40B4-BE49-F238E27FC236}">
                <a16:creationId xmlns:a16="http://schemas.microsoft.com/office/drawing/2014/main" id="{A72B50AE-E795-8CB4-C181-F1A8C0F5B810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hlinkClick r:id="rId7" action="ppaction://hlinksldjump"/>
            <a:extLst>
              <a:ext uri="{FF2B5EF4-FFF2-40B4-BE49-F238E27FC236}">
                <a16:creationId xmlns:a16="http://schemas.microsoft.com/office/drawing/2014/main" id="{205E2790-36D1-4A23-6C53-A89C378635EA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hlinkClick r:id="rId8" action="ppaction://hlinksldjump"/>
            <a:extLst>
              <a:ext uri="{FF2B5EF4-FFF2-40B4-BE49-F238E27FC236}">
                <a16:creationId xmlns:a16="http://schemas.microsoft.com/office/drawing/2014/main" id="{4E9922DF-3BD6-6874-D07F-24F4449A3414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hlinkClick r:id="rId9" action="ppaction://hlinksldjump"/>
            <a:extLst>
              <a:ext uri="{FF2B5EF4-FFF2-40B4-BE49-F238E27FC236}">
                <a16:creationId xmlns:a16="http://schemas.microsoft.com/office/drawing/2014/main" id="{2C9029A5-FFC7-0FD9-39D9-DF45A62CD9E4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hlinkClick r:id="rId9" action="ppaction://hlinksldjump"/>
            <a:extLst>
              <a:ext uri="{FF2B5EF4-FFF2-40B4-BE49-F238E27FC236}">
                <a16:creationId xmlns:a16="http://schemas.microsoft.com/office/drawing/2014/main" id="{F24BE0C3-32A8-4F51-9456-F8D89B65B862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hlinkClick r:id="rId10" action="ppaction://hlinksldjump"/>
            <a:extLst>
              <a:ext uri="{FF2B5EF4-FFF2-40B4-BE49-F238E27FC236}">
                <a16:creationId xmlns:a16="http://schemas.microsoft.com/office/drawing/2014/main" id="{1FE53724-C153-50E6-FF62-BACDA013A193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FA1D5-6B7A-51C9-33D5-2C017298CF5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987433F0-EEE2-DE9E-9819-636CC3A5DC84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15" name="矩形 14">
            <a:hlinkClick r:id="rId11" action="ppaction://hlinksldjump"/>
            <a:extLst>
              <a:ext uri="{FF2B5EF4-FFF2-40B4-BE49-F238E27FC236}">
                <a16:creationId xmlns:a16="http://schemas.microsoft.com/office/drawing/2014/main" id="{49392E0E-F7CD-7B49-AC64-5949E78D35A2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485213C-7FDA-AFB8-B4F0-8591554B4FCC}"/>
              </a:ext>
            </a:extLst>
          </p:cNvPr>
          <p:cNvCxnSpPr/>
          <p:nvPr/>
        </p:nvCxnSpPr>
        <p:spPr>
          <a:xfrm>
            <a:off x="543873" y="1702482"/>
            <a:ext cx="80958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237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408" y="503859"/>
            <a:ext cx="152672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前言</a:t>
            </a:r>
            <a:endParaRPr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8F2586-16CD-24E1-B695-BEB7C7A0AA9D}"/>
              </a:ext>
            </a:extLst>
          </p:cNvPr>
          <p:cNvSpPr/>
          <p:nvPr/>
        </p:nvSpPr>
        <p:spPr>
          <a:xfrm>
            <a:off x="1011977" y="1339227"/>
            <a:ext cx="1488113" cy="72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建立衛星排程最佳化模型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281617-ED40-579B-3CC0-8B803A236822}"/>
              </a:ext>
            </a:extLst>
          </p:cNvPr>
          <p:cNvSpPr/>
          <p:nvPr/>
        </p:nvSpPr>
        <p:spPr>
          <a:xfrm>
            <a:off x="3661339" y="1339227"/>
            <a:ext cx="1488113" cy="72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根據現有資源進行最佳排程</a:t>
            </a:r>
          </a:p>
        </p:txBody>
      </p:sp>
      <p:pic>
        <p:nvPicPr>
          <p:cNvPr id="26" name="Google Shape;190;p5">
            <a:extLst>
              <a:ext uri="{FF2B5EF4-FFF2-40B4-BE49-F238E27FC236}">
                <a16:creationId xmlns:a16="http://schemas.microsoft.com/office/drawing/2014/main" id="{FE27933B-D4C6-FC1D-9B56-13FF7DE49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244" y="2228975"/>
            <a:ext cx="3690255" cy="282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916FA4E8-60EF-9658-A6B1-097AF2558727}"/>
              </a:ext>
            </a:extLst>
          </p:cNvPr>
          <p:cNvSpPr/>
          <p:nvPr/>
        </p:nvSpPr>
        <p:spPr>
          <a:xfrm>
            <a:off x="6310702" y="1339227"/>
            <a:ext cx="1814686" cy="72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應用於福衛八號遙測衛星系統排程最佳化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70147CA-7D49-11AD-39C0-B483CA3D858D}"/>
              </a:ext>
            </a:extLst>
          </p:cNvPr>
          <p:cNvSpPr txBox="1"/>
          <p:nvPr/>
        </p:nvSpPr>
        <p:spPr>
          <a:xfrm>
            <a:off x="413826" y="2571750"/>
            <a:ext cx="4158174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TW" alt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涵蓋範圍</a:t>
            </a:r>
            <a:endParaRPr lang="en-US" altLang="zh-TW" b="1" u="sng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支援福衛八號或多衛星任務操作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根據衛星軌道資料進行預先規劃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管理衛星和地面站資源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根據任務時間軸（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mission timeline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）內的衛星活動進行排程，並生成無衝突的排程結果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具備排程重新規劃的功能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E317DA-2E26-5D95-E321-7F44F937C008}"/>
              </a:ext>
            </a:extLst>
          </p:cNvPr>
          <p:cNvSpPr/>
          <p:nvPr/>
        </p:nvSpPr>
        <p:spPr>
          <a:xfrm>
            <a:off x="4702631" y="3991458"/>
            <a:ext cx="2106386" cy="898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51629D9-C2C8-758F-E13C-CB616C4CB8E5}"/>
              </a:ext>
            </a:extLst>
          </p:cNvPr>
          <p:cNvSpPr txBox="1"/>
          <p:nvPr/>
        </p:nvSpPr>
        <p:spPr>
          <a:xfrm>
            <a:off x="6809017" y="4582629"/>
            <a:ext cx="205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唯一使用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ILOG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的部分</a:t>
            </a:r>
          </a:p>
        </p:txBody>
      </p:sp>
      <p:sp>
        <p:nvSpPr>
          <p:cNvPr id="33" name="Google Shape;242;p30">
            <a:extLst>
              <a:ext uri="{FF2B5EF4-FFF2-40B4-BE49-F238E27FC236}">
                <a16:creationId xmlns:a16="http://schemas.microsoft.com/office/drawing/2014/main" id="{62AF88F0-E66E-3655-350D-A24E4C53B6C3}"/>
              </a:ext>
            </a:extLst>
          </p:cNvPr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E3B05B7D-411E-B759-2305-65028216D662}"/>
              </a:ext>
            </a:extLst>
          </p:cNvPr>
          <p:cNvSpPr/>
          <p:nvPr/>
        </p:nvSpPr>
        <p:spPr>
          <a:xfrm>
            <a:off x="14127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2832BDB-0221-33BB-FB13-57110CB6CFFA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4" action="ppaction://hlinksldjump"/>
            <a:extLst>
              <a:ext uri="{FF2B5EF4-FFF2-40B4-BE49-F238E27FC236}">
                <a16:creationId xmlns:a16="http://schemas.microsoft.com/office/drawing/2014/main" id="{CBCC6676-D6BF-A8CC-4A86-F3F1F2D73751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BE41643A-C0C0-A0DF-8C34-49722ADA9D60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6" action="ppaction://hlinksldjump"/>
            <a:extLst>
              <a:ext uri="{FF2B5EF4-FFF2-40B4-BE49-F238E27FC236}">
                <a16:creationId xmlns:a16="http://schemas.microsoft.com/office/drawing/2014/main" id="{8F9ADD84-8489-537F-3F42-52B9F44083F7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10BFC0E-F354-24D0-5A2B-8E08882AB530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3325F27A-93EB-E22F-895E-72D4373CBC63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10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79CAD4A2-A920-2185-1ECE-C2A13311E05E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11" name="矩形 10">
            <a:hlinkClick r:id="rId7" action="ppaction://hlinksldjump"/>
            <a:extLst>
              <a:ext uri="{FF2B5EF4-FFF2-40B4-BE49-F238E27FC236}">
                <a16:creationId xmlns:a16="http://schemas.microsoft.com/office/drawing/2014/main" id="{14B14029-0528-F966-0BDD-5AB29A6A94B5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hlinkClick r:id="rId5" action="ppaction://hlinksldjump"/>
            <a:extLst>
              <a:ext uri="{FF2B5EF4-FFF2-40B4-BE49-F238E27FC236}">
                <a16:creationId xmlns:a16="http://schemas.microsoft.com/office/drawing/2014/main" id="{29FE5F81-D5DB-1795-6F56-BECE251B688E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hlinkClick r:id="rId8" action="ppaction://hlinksldjump"/>
            <a:extLst>
              <a:ext uri="{FF2B5EF4-FFF2-40B4-BE49-F238E27FC236}">
                <a16:creationId xmlns:a16="http://schemas.microsoft.com/office/drawing/2014/main" id="{60F8A5B7-9D42-A8C0-B7D4-9038E1E63A9C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hlinkClick r:id="rId9" action="ppaction://hlinksldjump"/>
            <a:extLst>
              <a:ext uri="{FF2B5EF4-FFF2-40B4-BE49-F238E27FC236}">
                <a16:creationId xmlns:a16="http://schemas.microsoft.com/office/drawing/2014/main" id="{6AD29BEA-35EA-9BEE-D49E-469EEC38B1F8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hlinkClick r:id="rId10" action="ppaction://hlinksldjump"/>
            <a:extLst>
              <a:ext uri="{FF2B5EF4-FFF2-40B4-BE49-F238E27FC236}">
                <a16:creationId xmlns:a16="http://schemas.microsoft.com/office/drawing/2014/main" id="{B94787EB-BCF1-DB39-16D5-0313BE27A330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hlinkClick r:id="rId10" action="ppaction://hlinksldjump"/>
            <a:extLst>
              <a:ext uri="{FF2B5EF4-FFF2-40B4-BE49-F238E27FC236}">
                <a16:creationId xmlns:a16="http://schemas.microsoft.com/office/drawing/2014/main" id="{5E76A943-038E-B906-AE8E-7A4A595698FE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hlinkClick r:id="rId11" action="ppaction://hlinksldjump"/>
            <a:extLst>
              <a:ext uri="{FF2B5EF4-FFF2-40B4-BE49-F238E27FC236}">
                <a16:creationId xmlns:a16="http://schemas.microsoft.com/office/drawing/2014/main" id="{0010C977-B80F-A95D-A504-00F74847448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9850B20-3C47-C6BA-4D15-BDF3A917C1D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E5011510-67B8-E766-C231-A253E9A97AE4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2" action="ppaction://hlinksldjump"/>
            <a:extLst>
              <a:ext uri="{FF2B5EF4-FFF2-40B4-BE49-F238E27FC236}">
                <a16:creationId xmlns:a16="http://schemas.microsoft.com/office/drawing/2014/main" id="{8AEF3654-149C-8D8F-02C8-10D182E216B0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52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 descr="Database png images | PNGWing">
            <a:extLst>
              <a:ext uri="{FF2B5EF4-FFF2-40B4-BE49-F238E27FC236}">
                <a16:creationId xmlns:a16="http://schemas.microsoft.com/office/drawing/2014/main" id="{156969AE-789B-F52C-1888-77612A754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83" b="95117" l="10000" r="90000">
                        <a14:foregroundMark x1="35217" y1="5078" x2="37283" y2="4883"/>
                        <a14:foregroundMark x1="65543" y1="43750" x2="65978" y2="44336"/>
                        <a14:foregroundMark x1="65435" y1="62109" x2="65978" y2="64063"/>
                        <a14:foregroundMark x1="65870" y1="82227" x2="66196" y2="83008"/>
                        <a14:foregroundMark x1="59891" y1="95117" x2="61848" y2="94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308" r="22476"/>
          <a:stretch/>
        </p:blipFill>
        <p:spPr bwMode="auto">
          <a:xfrm>
            <a:off x="4208066" y="2198172"/>
            <a:ext cx="727868" cy="74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B7ACB1FD-B50F-2F70-82E3-4AA30DA821B9}"/>
              </a:ext>
            </a:extLst>
          </p:cNvPr>
          <p:cNvCxnSpPr>
            <a:cxnSpLocks/>
            <a:stCxn id="64" idx="1"/>
            <a:endCxn id="68" idx="3"/>
          </p:cNvCxnSpPr>
          <p:nvPr/>
        </p:nvCxnSpPr>
        <p:spPr>
          <a:xfrm flipH="1" flipV="1">
            <a:off x="2925948" y="1218145"/>
            <a:ext cx="1282118" cy="135360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77F63B0E-2B6D-3441-4024-A19DB0B32C5C}"/>
              </a:ext>
            </a:extLst>
          </p:cNvPr>
          <p:cNvSpPr/>
          <p:nvPr/>
        </p:nvSpPr>
        <p:spPr>
          <a:xfrm>
            <a:off x="552743" y="373569"/>
            <a:ext cx="2399839" cy="1501496"/>
          </a:xfrm>
          <a:prstGeom prst="rect">
            <a:avLst/>
          </a:prstGeom>
          <a:solidFill>
            <a:srgbClr val="FFF3F3"/>
          </a:solidFill>
          <a:ln>
            <a:solidFill>
              <a:srgbClr val="FF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5392245-117D-938A-FE19-48EB0D88594D}"/>
              </a:ext>
            </a:extLst>
          </p:cNvPr>
          <p:cNvSpPr/>
          <p:nvPr/>
        </p:nvSpPr>
        <p:spPr>
          <a:xfrm>
            <a:off x="1242365" y="256388"/>
            <a:ext cx="1020588" cy="22511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C0700759-4B5F-5526-885E-7F8F676029AB}"/>
                  </a:ext>
                </a:extLst>
              </p:cNvPr>
              <p:cNvSpPr txBox="1"/>
              <p:nvPr/>
            </p:nvSpPr>
            <p:spPr>
              <a:xfrm>
                <a:off x="451105" y="487175"/>
                <a:ext cx="2474843" cy="1461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𝑎𝑐𝑡𝑖𝑣𝑖𝑡𝑦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𝑑𝑢𝑟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time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𝑎𝑐𝑡𝑖𝑣𝑖𝑡𝑦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time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𝑎𝑐𝑡𝑖𝑣𝑖𝑡𝑦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𝑒𝑛𝑑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arlentrytype</a:t>
                </a:r>
                <a:endPara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arlentryid</a:t>
                </a:r>
                <a:endPara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 name</a:t>
                </a: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C0700759-4B5F-5526-885E-7F8F6760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05" y="487175"/>
                <a:ext cx="2474843" cy="1461939"/>
              </a:xfrm>
              <a:prstGeom prst="rect">
                <a:avLst/>
              </a:prstGeom>
              <a:blipFill>
                <a:blip r:embed="rId5"/>
                <a:stretch>
                  <a:fillRect t="-417" b="-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 68">
            <a:extLst>
              <a:ext uri="{FF2B5EF4-FFF2-40B4-BE49-F238E27FC236}">
                <a16:creationId xmlns:a16="http://schemas.microsoft.com/office/drawing/2014/main" id="{4BC8068F-38D4-CEA1-5E21-14E36E2B3096}"/>
              </a:ext>
            </a:extLst>
          </p:cNvPr>
          <p:cNvSpPr/>
          <p:nvPr/>
        </p:nvSpPr>
        <p:spPr>
          <a:xfrm>
            <a:off x="525289" y="2108914"/>
            <a:ext cx="2427294" cy="1650482"/>
          </a:xfrm>
          <a:prstGeom prst="rect">
            <a:avLst/>
          </a:prstGeom>
          <a:solidFill>
            <a:srgbClr val="FDF0E7"/>
          </a:solidFill>
          <a:ln>
            <a:solidFill>
              <a:srgbClr val="FDF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15155C9-E4DA-475A-4A6A-164C16C11A85}"/>
                  </a:ext>
                </a:extLst>
              </p:cNvPr>
              <p:cNvSpPr txBox="1"/>
              <p:nvPr/>
            </p:nvSpPr>
            <p:spPr>
              <a:xfrm>
                <a:off x="480433" y="2297457"/>
                <a:ext cx="2474843" cy="1461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site id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rise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𝑟𝑖𝑠</m:t>
                    </m:r>
                    <m:r>
                      <a:rPr lang="en-US" altLang="zh-TW" sz="1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fade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𝑓𝑎𝑑𝑒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cmd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rise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𝑐𝑚𝑑𝑟𝑖𝑠</m:t>
                    </m:r>
                    <m:r>
                      <a:rPr lang="en-US" altLang="zh-TW" sz="12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cmd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fade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𝑐𝑚𝑑𝑓𝑎𝑑𝑒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xband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rise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𝑏𝑎𝑛𝑑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𝑟𝑖𝑠𝑒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xband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fade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𝑏𝑎𝑛𝑑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𝑓𝑎𝑑𝑒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15155C9-E4DA-475A-4A6A-164C16C11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33" y="2297457"/>
                <a:ext cx="2474843" cy="1461939"/>
              </a:xfrm>
              <a:prstGeom prst="rect">
                <a:avLst/>
              </a:prstGeom>
              <a:blipFill>
                <a:blip r:embed="rId6"/>
                <a:stretch>
                  <a:fillRect t="-417" b="-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>
            <a:extLst>
              <a:ext uri="{FF2B5EF4-FFF2-40B4-BE49-F238E27FC236}">
                <a16:creationId xmlns:a16="http://schemas.microsoft.com/office/drawing/2014/main" id="{E326AE9E-E44A-C65E-28F2-167F8EB1D0AF}"/>
              </a:ext>
            </a:extLst>
          </p:cNvPr>
          <p:cNvSpPr/>
          <p:nvPr/>
        </p:nvSpPr>
        <p:spPr>
          <a:xfrm>
            <a:off x="549103" y="3993409"/>
            <a:ext cx="2403478" cy="1006953"/>
          </a:xfrm>
          <a:prstGeom prst="rect">
            <a:avLst/>
          </a:prstGeom>
          <a:solidFill>
            <a:srgbClr val="FFF8E5"/>
          </a:solidFill>
          <a:ln>
            <a:solidFill>
              <a:srgbClr val="FFF8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CF34402B-6521-6318-4830-310977730D8C}"/>
                  </a:ext>
                </a:extLst>
              </p:cNvPr>
              <p:cNvSpPr txBox="1"/>
              <p:nvPr/>
            </p:nvSpPr>
            <p:spPr>
              <a:xfrm>
                <a:off x="525289" y="4130893"/>
                <a:ext cx="2326476" cy="86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penumbra entrance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𝑝𝑒𝑛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𝑒𝑛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penumbra exit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𝑝𝑒𝑛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umbra entrance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𝑢𝑚𝑏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𝑒𝑛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umbra exit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𝑢𝑚𝑏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CF34402B-6521-6318-4830-310977730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9" y="4130893"/>
                <a:ext cx="2326476" cy="869469"/>
              </a:xfrm>
              <a:prstGeom prst="rect">
                <a:avLst/>
              </a:prstGeom>
              <a:blipFill>
                <a:blip r:embed="rId7"/>
                <a:stretch>
                  <a:fillRect t="-704" b="-49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C54E7D51-3586-C683-7650-CAFD4DC1261E}"/>
              </a:ext>
            </a:extLst>
          </p:cNvPr>
          <p:cNvCxnSpPr>
            <a:cxnSpLocks/>
            <a:stCxn id="64" idx="1"/>
            <a:endCxn id="71" idx="3"/>
          </p:cNvCxnSpPr>
          <p:nvPr/>
        </p:nvCxnSpPr>
        <p:spPr>
          <a:xfrm flipH="1">
            <a:off x="2955276" y="2571750"/>
            <a:ext cx="1252790" cy="45667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EFA09530-5F34-E597-4D28-841ECAD409BB}"/>
              </a:ext>
            </a:extLst>
          </p:cNvPr>
          <p:cNvCxnSpPr>
            <a:cxnSpLocks/>
            <a:stCxn id="64" idx="1"/>
            <a:endCxn id="72" idx="3"/>
          </p:cNvCxnSpPr>
          <p:nvPr/>
        </p:nvCxnSpPr>
        <p:spPr>
          <a:xfrm flipH="1">
            <a:off x="2952581" y="2571750"/>
            <a:ext cx="1255485" cy="192513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49679A7B-683E-9F5B-6A70-18780BB44A47}"/>
              </a:ext>
            </a:extLst>
          </p:cNvPr>
          <p:cNvSpPr txBox="1"/>
          <p:nvPr/>
        </p:nvSpPr>
        <p:spPr>
          <a:xfrm>
            <a:off x="3906787" y="3028427"/>
            <a:ext cx="1330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MPSS_8A_init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23830D0-5DBB-47D7-C4C5-DAA0D4EFD48B}"/>
              </a:ext>
            </a:extLst>
          </p:cNvPr>
          <p:cNvSpPr/>
          <p:nvPr/>
        </p:nvSpPr>
        <p:spPr>
          <a:xfrm>
            <a:off x="1242365" y="2003620"/>
            <a:ext cx="1020588" cy="225111"/>
          </a:xfrm>
          <a:prstGeom prst="rect">
            <a:avLst/>
          </a:prstGeom>
          <a:solidFill>
            <a:srgbClr val="D27D00"/>
          </a:solidFill>
          <a:ln>
            <a:solidFill>
              <a:srgbClr val="D27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DE0BA1B-724F-DA2A-112E-039ACDAABC5A}"/>
              </a:ext>
            </a:extLst>
          </p:cNvPr>
          <p:cNvSpPr/>
          <p:nvPr/>
        </p:nvSpPr>
        <p:spPr>
          <a:xfrm>
            <a:off x="1228641" y="3886217"/>
            <a:ext cx="1020588" cy="2251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ECLIPSE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64907FC9-57A7-6126-A9D4-77343DF380A9}"/>
              </a:ext>
            </a:extLst>
          </p:cNvPr>
          <p:cNvCxnSpPr>
            <a:cxnSpLocks/>
            <a:stCxn id="108" idx="1"/>
            <a:endCxn id="64" idx="3"/>
          </p:cNvCxnSpPr>
          <p:nvPr/>
        </p:nvCxnSpPr>
        <p:spPr>
          <a:xfrm flipH="1">
            <a:off x="4935934" y="837752"/>
            <a:ext cx="974005" cy="173399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72FDEF9D-13F8-6808-6CE2-40A6F1399C0A}"/>
              </a:ext>
            </a:extLst>
          </p:cNvPr>
          <p:cNvSpPr/>
          <p:nvPr/>
        </p:nvSpPr>
        <p:spPr>
          <a:xfrm>
            <a:off x="5909937" y="223466"/>
            <a:ext cx="2616425" cy="1049020"/>
          </a:xfrm>
          <a:prstGeom prst="rect">
            <a:avLst/>
          </a:prstGeom>
          <a:solidFill>
            <a:srgbClr val="EAF4E4"/>
          </a:solidFill>
          <a:ln>
            <a:solidFill>
              <a:srgbClr val="EAF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C982FFC-C972-2452-A033-1D8AA8FD0A46}"/>
              </a:ext>
            </a:extLst>
          </p:cNvPr>
          <p:cNvSpPr/>
          <p:nvPr/>
        </p:nvSpPr>
        <p:spPr>
          <a:xfrm>
            <a:off x="6517842" y="84315"/>
            <a:ext cx="1396931" cy="278299"/>
          </a:xfrm>
          <a:prstGeom prst="rect">
            <a:avLst/>
          </a:prstGeom>
          <a:solidFill>
            <a:srgbClr val="007434"/>
          </a:solidFill>
          <a:ln>
            <a:solidFill>
              <a:srgbClr val="007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SATELLITEPS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F1324E9C-3751-8451-7432-981031F7852A}"/>
                  </a:ext>
                </a:extLst>
              </p:cNvPr>
              <p:cNvSpPr txBox="1"/>
              <p:nvPr/>
            </p:nvSpPr>
            <p:spPr>
              <a:xfrm>
                <a:off x="5909939" y="403017"/>
                <a:ext cx="2782956" cy="86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rsi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 setup delay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𝑟𝑒𝑐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𝑠𝑒𝑡𝑢𝑝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rsi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 cleanup delay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𝑟𝑒𝑐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𝑐𝑙𝑒𝑎𝑛𝑢𝑝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rsi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pb setup delay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𝑝𝑏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𝑠𝑒𝑡𝑢𝑝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>
                  <a:spcAft>
                    <a:spcPts val="1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rsi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pb cleanup delay (</a:t>
                </a: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𝑝𝑏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𝑐𝑙𝑒𝑎𝑛𝑢𝑝</m:t>
                    </m:r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F1324E9C-3751-8451-7432-981031F78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939" y="403017"/>
                <a:ext cx="2782956" cy="869469"/>
              </a:xfrm>
              <a:prstGeom prst="rect">
                <a:avLst/>
              </a:prstGeom>
              <a:blipFill>
                <a:blip r:embed="rId8"/>
                <a:stretch>
                  <a:fillRect b="-41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矩形 108">
            <a:extLst>
              <a:ext uri="{FF2B5EF4-FFF2-40B4-BE49-F238E27FC236}">
                <a16:creationId xmlns:a16="http://schemas.microsoft.com/office/drawing/2014/main" id="{26304D18-9D64-3CDD-1AAF-E3C9A0C332B0}"/>
              </a:ext>
            </a:extLst>
          </p:cNvPr>
          <p:cNvSpPr/>
          <p:nvPr/>
        </p:nvSpPr>
        <p:spPr>
          <a:xfrm>
            <a:off x="6101046" y="4153373"/>
            <a:ext cx="2608522" cy="869469"/>
          </a:xfrm>
          <a:prstGeom prst="rect">
            <a:avLst/>
          </a:prstGeom>
          <a:solidFill>
            <a:srgbClr val="F2E5FF"/>
          </a:solidFill>
          <a:ln>
            <a:solidFill>
              <a:srgbClr val="F2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2B36C564-E05B-BF1D-06D2-CA4DF8522BDE}"/>
              </a:ext>
            </a:extLst>
          </p:cNvPr>
          <p:cNvSpPr txBox="1"/>
          <p:nvPr/>
        </p:nvSpPr>
        <p:spPr>
          <a:xfrm>
            <a:off x="6101047" y="4304049"/>
            <a:ext cx="278295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type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75F6B3E-E048-5736-E34B-443191D9725F}"/>
              </a:ext>
            </a:extLst>
          </p:cNvPr>
          <p:cNvSpPr/>
          <p:nvPr/>
        </p:nvSpPr>
        <p:spPr>
          <a:xfrm>
            <a:off x="3349011" y="4130893"/>
            <a:ext cx="2429047" cy="896414"/>
          </a:xfrm>
          <a:prstGeom prst="rect">
            <a:avLst/>
          </a:prstGeom>
          <a:solidFill>
            <a:srgbClr val="FFE7FF"/>
          </a:solidFill>
          <a:ln>
            <a:solidFill>
              <a:srgbClr val="FFE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6DB94DF-1820-2D6B-6B92-1C944ABE0B9F}"/>
              </a:ext>
            </a:extLst>
          </p:cNvPr>
          <p:cNvSpPr txBox="1"/>
          <p:nvPr/>
        </p:nvSpPr>
        <p:spPr>
          <a:xfrm>
            <a:off x="3349012" y="4310444"/>
            <a:ext cx="2436516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id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time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time</a:t>
            </a:r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C48A3144-9A14-323C-46F7-9A06707A0CDD}"/>
              </a:ext>
            </a:extLst>
          </p:cNvPr>
          <p:cNvCxnSpPr>
            <a:cxnSpLocks/>
            <a:stCxn id="111" idx="1"/>
            <a:endCxn id="64" idx="3"/>
          </p:cNvCxnSpPr>
          <p:nvPr/>
        </p:nvCxnSpPr>
        <p:spPr>
          <a:xfrm flipH="1" flipV="1">
            <a:off x="4935934" y="2571750"/>
            <a:ext cx="1165113" cy="208111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67637A80-2EA8-568A-4EED-F66D9F1712A9}"/>
              </a:ext>
            </a:extLst>
          </p:cNvPr>
          <p:cNvCxnSpPr>
            <a:cxnSpLocks/>
            <a:stCxn id="136" idx="0"/>
            <a:endCxn id="77" idx="2"/>
          </p:cNvCxnSpPr>
          <p:nvPr/>
        </p:nvCxnSpPr>
        <p:spPr>
          <a:xfrm flipV="1">
            <a:off x="4572000" y="3336204"/>
            <a:ext cx="0" cy="63597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21C13879-77EA-5587-5F74-116C47C6B4C1}"/>
              </a:ext>
            </a:extLst>
          </p:cNvPr>
          <p:cNvSpPr/>
          <p:nvPr/>
        </p:nvSpPr>
        <p:spPr>
          <a:xfrm>
            <a:off x="6701390" y="3994987"/>
            <a:ext cx="1396931" cy="2782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4D18D8A-96B8-A9D5-B485-9C304C602473}"/>
              </a:ext>
            </a:extLst>
          </p:cNvPr>
          <p:cNvSpPr/>
          <p:nvPr/>
        </p:nvSpPr>
        <p:spPr>
          <a:xfrm>
            <a:off x="3672000" y="3972178"/>
            <a:ext cx="1800000" cy="278299"/>
          </a:xfrm>
          <a:prstGeom prst="rect">
            <a:avLst/>
          </a:prstGeom>
          <a:solidFill>
            <a:srgbClr val="A800A8"/>
          </a:solidFill>
          <a:ln>
            <a:solidFill>
              <a:srgbClr val="A800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UNAVAILTIMERANGE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DCC01238-EEF7-D460-C0C7-2E6023574D77}"/>
              </a:ext>
            </a:extLst>
          </p:cNvPr>
          <p:cNvCxnSpPr>
            <a:cxnSpLocks/>
            <a:stCxn id="5" idx="2"/>
            <a:endCxn id="64" idx="0"/>
          </p:cNvCxnSpPr>
          <p:nvPr/>
        </p:nvCxnSpPr>
        <p:spPr>
          <a:xfrm>
            <a:off x="4414012" y="961951"/>
            <a:ext cx="157988" cy="123622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408A494-45DA-8D2F-0E9D-544623D35C9A}"/>
              </a:ext>
            </a:extLst>
          </p:cNvPr>
          <p:cNvSpPr/>
          <p:nvPr/>
        </p:nvSpPr>
        <p:spPr>
          <a:xfrm>
            <a:off x="3149916" y="418472"/>
            <a:ext cx="2528191" cy="543479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1E6845-EB18-FF83-C90A-8F8EB954476A}"/>
              </a:ext>
            </a:extLst>
          </p:cNvPr>
          <p:cNvSpPr txBox="1"/>
          <p:nvPr/>
        </p:nvSpPr>
        <p:spPr>
          <a:xfrm>
            <a:off x="3100346" y="561545"/>
            <a:ext cx="2782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psid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508263-65C1-5669-02AE-881BD0032AB8}"/>
              </a:ext>
            </a:extLst>
          </p:cNvPr>
          <p:cNvSpPr/>
          <p:nvPr/>
        </p:nvSpPr>
        <p:spPr>
          <a:xfrm>
            <a:off x="3724012" y="268645"/>
            <a:ext cx="1396931" cy="2782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SESSIONS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39BF82-016D-4280-3CF5-CA162BD29741}"/>
              </a:ext>
            </a:extLst>
          </p:cNvPr>
          <p:cNvSpPr/>
          <p:nvPr/>
        </p:nvSpPr>
        <p:spPr>
          <a:xfrm>
            <a:off x="5909937" y="1541454"/>
            <a:ext cx="2608522" cy="658994"/>
          </a:xfrm>
          <a:prstGeom prst="rect">
            <a:avLst/>
          </a:prstGeom>
          <a:solidFill>
            <a:srgbClr val="E1F7FF"/>
          </a:solidFill>
          <a:ln>
            <a:solidFill>
              <a:srgbClr val="E1F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AC339DC-A440-1A69-01FB-E263933939D8}"/>
              </a:ext>
            </a:extLst>
          </p:cNvPr>
          <p:cNvSpPr txBox="1"/>
          <p:nvPr/>
        </p:nvSpPr>
        <p:spPr>
          <a:xfrm>
            <a:off x="5909938" y="1692129"/>
            <a:ext cx="2782957" cy="47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rsi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capacity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ratio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5EA31D-39A2-B6E2-310A-8A705005FAC2}"/>
              </a:ext>
            </a:extLst>
          </p:cNvPr>
          <p:cNvSpPr/>
          <p:nvPr/>
        </p:nvSpPr>
        <p:spPr>
          <a:xfrm>
            <a:off x="6510281" y="1383067"/>
            <a:ext cx="1396931" cy="278299"/>
          </a:xfrm>
          <a:prstGeom prst="rect">
            <a:avLst/>
          </a:prstGeom>
          <a:solidFill>
            <a:srgbClr val="0088CC"/>
          </a:solidFill>
          <a:ln>
            <a:solidFill>
              <a:srgbClr val="0088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RECORDERPS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C1D5C1-95AA-D3F7-ED63-3E1830CC75D9}"/>
              </a:ext>
            </a:extLst>
          </p:cNvPr>
          <p:cNvSpPr/>
          <p:nvPr/>
        </p:nvSpPr>
        <p:spPr>
          <a:xfrm>
            <a:off x="5909937" y="2480896"/>
            <a:ext cx="2608522" cy="1435290"/>
          </a:xfrm>
          <a:prstGeom prst="rect">
            <a:avLst/>
          </a:prstGeom>
          <a:solidFill>
            <a:srgbClr val="E2E9F6"/>
          </a:solidFill>
          <a:ln>
            <a:solidFill>
              <a:srgbClr val="E2E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6739BB1-45F2-0D61-6FF2-0A551CE478BB}"/>
              </a:ext>
            </a:extLst>
          </p:cNvPr>
          <p:cNvSpPr txBox="1"/>
          <p:nvPr/>
        </p:nvSpPr>
        <p:spPr>
          <a:xfrm>
            <a:off x="5909938" y="2631572"/>
            <a:ext cx="2782957" cy="1264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mode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ration mode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interval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439D8C-22FB-EF7A-6E96-AD31439ABCD3}"/>
              </a:ext>
            </a:extLst>
          </p:cNvPr>
          <p:cNvSpPr/>
          <p:nvPr/>
        </p:nvSpPr>
        <p:spPr>
          <a:xfrm>
            <a:off x="6224198" y="2335627"/>
            <a:ext cx="1980000" cy="2782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RSIIMAGINGREQUESTS</a:t>
            </a:r>
            <a:endParaRPr lang="zh-TW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082E8EF-4ADA-C74C-50E8-C7D41F0115F5}"/>
              </a:ext>
            </a:extLst>
          </p:cNvPr>
          <p:cNvCxnSpPr>
            <a:cxnSpLocks/>
            <a:stCxn id="9" idx="1"/>
            <a:endCxn id="64" idx="3"/>
          </p:cNvCxnSpPr>
          <p:nvPr/>
        </p:nvCxnSpPr>
        <p:spPr>
          <a:xfrm flipH="1">
            <a:off x="4935934" y="1929374"/>
            <a:ext cx="974004" cy="6423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9E804CC-EB9F-787E-91D7-07C56854F5BF}"/>
              </a:ext>
            </a:extLst>
          </p:cNvPr>
          <p:cNvCxnSpPr>
            <a:cxnSpLocks/>
            <a:stCxn id="12" idx="1"/>
            <a:endCxn id="64" idx="3"/>
          </p:cNvCxnSpPr>
          <p:nvPr/>
        </p:nvCxnSpPr>
        <p:spPr>
          <a:xfrm flipH="1" flipV="1">
            <a:off x="4935934" y="2571750"/>
            <a:ext cx="974004" cy="6920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560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24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408" y="503859"/>
            <a:ext cx="304802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數學模型（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609C80E-1012-B768-E522-724936704B89}"/>
                  </a:ext>
                </a:extLst>
              </p:cNvPr>
              <p:cNvSpPr txBox="1"/>
              <p:nvPr/>
            </p:nvSpPr>
            <p:spPr>
              <a:xfrm>
                <a:off x="107034" y="1605607"/>
                <a:ext cx="92249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609C80E-1012-B768-E522-72493670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34" y="1605607"/>
                <a:ext cx="922497" cy="184666"/>
              </a:xfrm>
              <a:prstGeom prst="rect">
                <a:avLst/>
              </a:prstGeom>
              <a:blipFill>
                <a:blip r:embed="rId3"/>
                <a:stretch>
                  <a:fillRect l="-4636" r="-662" b="-290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F9ADB54-97E9-9729-1690-E7AFA6A2DE97}"/>
                  </a:ext>
                </a:extLst>
              </p:cNvPr>
              <p:cNvSpPr txBox="1"/>
              <p:nvPr/>
            </p:nvSpPr>
            <p:spPr>
              <a:xfrm>
                <a:off x="109348" y="2164509"/>
                <a:ext cx="518091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F9ADB54-97E9-9729-1690-E7AFA6A2D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8" y="2164509"/>
                <a:ext cx="518091" cy="199542"/>
              </a:xfrm>
              <a:prstGeom prst="rect">
                <a:avLst/>
              </a:prstGeom>
              <a:blipFill>
                <a:blip r:embed="rId4"/>
                <a:stretch>
                  <a:fillRect l="-3529" r="-3529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CFD1833-2B2E-E700-5E37-0D7C1F0D785E}"/>
                  </a:ext>
                </a:extLst>
              </p:cNvPr>
              <p:cNvSpPr txBox="1"/>
              <p:nvPr/>
            </p:nvSpPr>
            <p:spPr>
              <a:xfrm>
                <a:off x="109348" y="2813377"/>
                <a:ext cx="516102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CFD1833-2B2E-E700-5E37-0D7C1F0D7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8" y="2813377"/>
                <a:ext cx="516102" cy="199542"/>
              </a:xfrm>
              <a:prstGeom prst="rect">
                <a:avLst/>
              </a:prstGeom>
              <a:blipFill>
                <a:blip r:embed="rId5"/>
                <a:stretch>
                  <a:fillRect l="-7059" r="-2353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402D963-3F29-3AF8-BBAE-4B601E7EA1E0}"/>
                  </a:ext>
                </a:extLst>
              </p:cNvPr>
              <p:cNvSpPr txBox="1"/>
              <p:nvPr/>
            </p:nvSpPr>
            <p:spPr>
              <a:xfrm>
                <a:off x="109348" y="3422505"/>
                <a:ext cx="1136593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402D963-3F29-3AF8-BBAE-4B601E7E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8" y="3422505"/>
                <a:ext cx="1136593" cy="199542"/>
              </a:xfrm>
              <a:prstGeom prst="rect">
                <a:avLst/>
              </a:prstGeom>
              <a:blipFill>
                <a:blip r:embed="rId6"/>
                <a:stretch>
                  <a:fillRect l="-2688" r="-1613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90FAFDE-2920-8362-07E0-6DAE5FF5AE1C}"/>
                  </a:ext>
                </a:extLst>
              </p:cNvPr>
              <p:cNvSpPr txBox="1"/>
              <p:nvPr/>
            </p:nvSpPr>
            <p:spPr>
              <a:xfrm>
                <a:off x="111477" y="4037394"/>
                <a:ext cx="104400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90FAFDE-2920-8362-07E0-6DAE5FF5A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77" y="4037394"/>
                <a:ext cx="1044004" cy="184666"/>
              </a:xfrm>
              <a:prstGeom prst="rect">
                <a:avLst/>
              </a:prstGeom>
              <a:blipFill>
                <a:blip r:embed="rId7"/>
                <a:stretch>
                  <a:fillRect l="-2326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D7C7CD7-7AE9-2B80-1F4A-5E25B71B2882}"/>
                  </a:ext>
                </a:extLst>
              </p:cNvPr>
              <p:cNvSpPr txBox="1"/>
              <p:nvPr/>
            </p:nvSpPr>
            <p:spPr>
              <a:xfrm>
                <a:off x="109348" y="4635067"/>
                <a:ext cx="1261243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D7C7CD7-7AE9-2B80-1F4A-5E25B71B2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8" y="4635067"/>
                <a:ext cx="1261243" cy="199542"/>
              </a:xfrm>
              <a:prstGeom prst="rect">
                <a:avLst/>
              </a:prstGeom>
              <a:blipFill>
                <a:blip r:embed="rId8"/>
                <a:stretch>
                  <a:fillRect l="-2415" r="-966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522F0E-5A08-8C9D-5247-066BDFF3C347}"/>
                  </a:ext>
                </a:extLst>
              </p:cNvPr>
              <p:cNvSpPr txBox="1"/>
              <p:nvPr/>
            </p:nvSpPr>
            <p:spPr>
              <a:xfrm>
                <a:off x="4742153" y="1214209"/>
                <a:ext cx="1132874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𝑔𝑜h𝑜𝑚𝑒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522F0E-5A08-8C9D-5247-066BDFF3C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53" y="1214209"/>
                <a:ext cx="1132874" cy="199542"/>
              </a:xfrm>
              <a:prstGeom prst="rect">
                <a:avLst/>
              </a:prstGeom>
              <a:blipFill>
                <a:blip r:embed="rId9"/>
                <a:stretch>
                  <a:fillRect l="-4301" r="-1075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C2E8C04-B8E7-3BE2-BE74-8DFF216594A4}"/>
                  </a:ext>
                </a:extLst>
              </p:cNvPr>
              <p:cNvSpPr txBox="1"/>
              <p:nvPr/>
            </p:nvSpPr>
            <p:spPr>
              <a:xfrm>
                <a:off x="4742153" y="1751373"/>
                <a:ext cx="1047723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𝑚𝑜𝑛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C2E8C04-B8E7-3BE2-BE74-8DFF21659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53" y="1751373"/>
                <a:ext cx="1047723" cy="199542"/>
              </a:xfrm>
              <a:prstGeom prst="rect">
                <a:avLst/>
              </a:prstGeom>
              <a:blipFill>
                <a:blip r:embed="rId10"/>
                <a:stretch>
                  <a:fillRect l="-1744" r="-1163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994FD1-7476-C13E-015E-0F1C91A9FE50}"/>
                  </a:ext>
                </a:extLst>
              </p:cNvPr>
              <p:cNvSpPr txBox="1"/>
              <p:nvPr/>
            </p:nvSpPr>
            <p:spPr>
              <a:xfrm>
                <a:off x="4742153" y="2262672"/>
                <a:ext cx="88485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𝑒𝑐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994FD1-7476-C13E-015E-0F1C91A9F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53" y="2262672"/>
                <a:ext cx="884858" cy="199542"/>
              </a:xfrm>
              <a:prstGeom prst="rect">
                <a:avLst/>
              </a:prstGeom>
              <a:blipFill>
                <a:blip r:embed="rId11"/>
                <a:stretch>
                  <a:fillRect l="-3448" r="-2069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D1107BC-3841-3B9A-BFBB-FF7ADAAFC238}"/>
                  </a:ext>
                </a:extLst>
              </p:cNvPr>
              <p:cNvSpPr txBox="1"/>
              <p:nvPr/>
            </p:nvSpPr>
            <p:spPr>
              <a:xfrm>
                <a:off x="4742153" y="2746676"/>
                <a:ext cx="1293175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𝑐𝑜𝑛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D1107BC-3841-3B9A-BFBB-FF7ADAAFC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53" y="2746676"/>
                <a:ext cx="1293175" cy="199542"/>
              </a:xfrm>
              <a:prstGeom prst="rect">
                <a:avLst/>
              </a:prstGeom>
              <a:blipFill>
                <a:blip r:embed="rId12"/>
                <a:stretch>
                  <a:fillRect l="-2358" r="-943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F7BD633-58B3-D20B-DE8D-6C0F896C4446}"/>
                  </a:ext>
                </a:extLst>
              </p:cNvPr>
              <p:cNvSpPr txBox="1"/>
              <p:nvPr/>
            </p:nvSpPr>
            <p:spPr>
              <a:xfrm>
                <a:off x="4747103" y="3237912"/>
                <a:ext cx="1274067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F7BD633-58B3-D20B-DE8D-6C0F896C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103" y="3237912"/>
                <a:ext cx="1274067" cy="199542"/>
              </a:xfrm>
              <a:prstGeom prst="rect">
                <a:avLst/>
              </a:prstGeom>
              <a:blipFill>
                <a:blip r:embed="rId13"/>
                <a:stretch>
                  <a:fillRect l="-3828" r="-957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74994DB-3FB4-44D9-67E7-7219B412D05E}"/>
                  </a:ext>
                </a:extLst>
              </p:cNvPr>
              <p:cNvSpPr txBox="1"/>
              <p:nvPr/>
            </p:nvSpPr>
            <p:spPr>
              <a:xfrm>
                <a:off x="4750086" y="3739700"/>
                <a:ext cx="976229" cy="199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𝑜𝑣𝑒𝑟𝑙𝑎𝑝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𝑑𝑢𝑟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74994DB-3FB4-44D9-67E7-7219B412D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086" y="3739700"/>
                <a:ext cx="976229" cy="199542"/>
              </a:xfrm>
              <a:prstGeom prst="rect">
                <a:avLst/>
              </a:prstGeom>
              <a:blipFill>
                <a:blip r:embed="rId14"/>
                <a:stretch>
                  <a:fillRect l="-5000" r="-1250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DF0F4DE-67B9-4E13-5329-DB97DA53DC4B}"/>
                  </a:ext>
                </a:extLst>
              </p:cNvPr>
              <p:cNvSpPr txBox="1"/>
              <p:nvPr/>
            </p:nvSpPr>
            <p:spPr>
              <a:xfrm>
                <a:off x="1368314" y="1448282"/>
                <a:ext cx="31187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可以執行，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DF0F4DE-67B9-4E13-5329-DB97DA53D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314" y="1448282"/>
                <a:ext cx="3118720" cy="461665"/>
              </a:xfrm>
              <a:prstGeom prst="rect">
                <a:avLst/>
              </a:prstGeom>
              <a:blipFill>
                <a:blip r:embed="rId15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E4A17A5-B109-144F-CC60-793AAB4F62E2}"/>
                  </a:ext>
                </a:extLst>
              </p:cNvPr>
              <p:cNvSpPr txBox="1"/>
              <p:nvPr/>
            </p:nvSpPr>
            <p:spPr>
              <a:xfrm>
                <a:off x="1368314" y="2044505"/>
                <a:ext cx="3239873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𝑒𝑛𝑑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E4A17A5-B109-144F-CC60-793AAB4F6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314" y="2044505"/>
                <a:ext cx="3239873" cy="491417"/>
              </a:xfrm>
              <a:prstGeom prst="rect">
                <a:avLst/>
              </a:prstGeom>
              <a:blipFill>
                <a:blip r:embed="rId16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2C82F12-6533-63A6-FB7E-5025FF822525}"/>
                  </a:ext>
                </a:extLst>
              </p:cNvPr>
              <p:cNvSpPr txBox="1"/>
              <p:nvPr/>
            </p:nvSpPr>
            <p:spPr>
              <a:xfrm>
                <a:off x="1370590" y="2670195"/>
                <a:ext cx="3239873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𝑒𝑛𝑑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2C82F12-6533-63A6-FB7E-5025FF822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590" y="2670195"/>
                <a:ext cx="3239873" cy="491417"/>
              </a:xfrm>
              <a:prstGeom prst="rect">
                <a:avLst/>
              </a:prstGeom>
              <a:blipFill>
                <a:blip r:embed="rId17"/>
                <a:stretch>
                  <a:fillRect l="-188" b="-4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41FED02-E1C8-6AD7-890C-8C71551E306E}"/>
                  </a:ext>
                </a:extLst>
              </p:cNvPr>
              <p:cNvSpPr txBox="1"/>
              <p:nvPr/>
            </p:nvSpPr>
            <p:spPr>
              <a:xfrm>
                <a:off x="1409500" y="3295342"/>
                <a:ext cx="3200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會在原先設定開始時間加上幾秒後才真正執行</a:t>
                </a:r>
                <a:endPara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41FED02-E1C8-6AD7-890C-8C71551E3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500" y="3295342"/>
                <a:ext cx="3200964" cy="461665"/>
              </a:xfrm>
              <a:prstGeom prst="rect">
                <a:avLst/>
              </a:prstGeom>
              <a:blipFill>
                <a:blip r:embed="rId18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7AD3BCE-B5A0-0097-8DCF-EE1FB726251A}"/>
                  </a:ext>
                </a:extLst>
              </p:cNvPr>
              <p:cNvSpPr txBox="1"/>
              <p:nvPr/>
            </p:nvSpPr>
            <p:spPr>
              <a:xfrm>
                <a:off x="1409500" y="3895774"/>
                <a:ext cx="3269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會在原先設定開始時間加上幾秒後才真正執行</a:t>
                </a:r>
                <a:endParaRPr lang="en-US" altLang="zh-TW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7AD3BCE-B5A0-0097-8DCF-EE1FB7262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500" y="3895774"/>
                <a:ext cx="3269636" cy="461665"/>
              </a:xfrm>
              <a:prstGeom prst="rect">
                <a:avLst/>
              </a:prstGeom>
              <a:blipFill>
                <a:blip r:embed="rId1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E3A9A8C-521E-2EE5-65B7-C52E8EEBC78D}"/>
                  </a:ext>
                </a:extLst>
              </p:cNvPr>
              <p:cNvSpPr txBox="1"/>
              <p:nvPr/>
            </p:nvSpPr>
            <p:spPr>
              <a:xfrm>
                <a:off x="1409500" y="4495780"/>
                <a:ext cx="3395031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sz="1200" i="1">
                        <a:latin typeface="Cambria Math" panose="02040503050406030204" pitchFamily="18" charset="0"/>
                      </a:rPr>
                      <m:t>與</m:t>
                    </m:r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接觸做下載，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endPara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E3A9A8C-521E-2EE5-65B7-C52E8EEBC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500" y="4495780"/>
                <a:ext cx="3395031" cy="495328"/>
              </a:xfrm>
              <a:prstGeom prst="rect">
                <a:avLst/>
              </a:prstGeom>
              <a:blipFill>
                <a:blip r:embed="rId20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9576426-22B1-D619-B85E-F3FFD7EFECB6}"/>
                  </a:ext>
                </a:extLst>
              </p:cNvPr>
              <p:cNvSpPr txBox="1"/>
              <p:nvPr/>
            </p:nvSpPr>
            <p:spPr>
              <a:xfrm>
                <a:off x="6015638" y="983292"/>
                <a:ext cx="3128362" cy="676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𝑔𝑜h𝑜𝑚𝑒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的下一個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GOHOME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𝑔𝑜h𝑜𝑚𝑒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𝑔𝑜h𝑜𝑚𝑒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𝑟𝑜𝑢𝑡𝑒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𝑔𝑜h𝑜𝑚𝑒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𝑟𝑜𝑢𝑡𝑒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9576426-22B1-D619-B85E-F3FFD7EFE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638" y="983292"/>
                <a:ext cx="3128362" cy="676083"/>
              </a:xfrm>
              <a:prstGeom prst="rect">
                <a:avLst/>
              </a:prstGeom>
              <a:blipFill>
                <a:blip r:embed="rId21"/>
                <a:stretch>
                  <a:fillRect l="-195" b="-63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CDE3001-D204-95D8-D1BC-63A2CB5DEFEB}"/>
                  </a:ext>
                </a:extLst>
              </p:cNvPr>
              <p:cNvSpPr txBox="1"/>
              <p:nvPr/>
            </p:nvSpPr>
            <p:spPr>
              <a:xfrm>
                <a:off x="6035329" y="1630103"/>
                <a:ext cx="3098688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𝑚𝑜𝑛𝑖𝑡𝑜𝑟𝑖𝑛𝑔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𝑠𝑖𝑡𝑒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接觸做監控，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𝑚𝑜𝑛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endPara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CDE3001-D204-95D8-D1BC-63A2CB5D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329" y="1630103"/>
                <a:ext cx="3098688" cy="495328"/>
              </a:xfrm>
              <a:prstGeom prst="rect">
                <a:avLst/>
              </a:prstGeom>
              <a:blipFill>
                <a:blip r:embed="rId22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494297F-E30C-A882-FCD1-9DD6DA488326}"/>
                  </a:ext>
                </a:extLst>
              </p:cNvPr>
              <p:cNvSpPr txBox="1"/>
              <p:nvPr/>
            </p:nvSpPr>
            <p:spPr>
              <a:xfrm>
                <a:off x="6041097" y="2115555"/>
                <a:ext cx="3073228" cy="476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𝑝𝑟𝑜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𝑒𝑐𝑙𝑖𝑝𝑠𝑒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中執行，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𝑝𝑟𝑜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𝑒𝑐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endPara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494297F-E30C-A882-FCD1-9DD6DA488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97" y="2115555"/>
                <a:ext cx="3073228" cy="476541"/>
              </a:xfrm>
              <a:prstGeom prst="rect">
                <a:avLst/>
              </a:prstGeom>
              <a:blipFill>
                <a:blip r:embed="rId23"/>
                <a:stretch>
                  <a:fillRect l="-198" b="-8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E03BA3A-5294-C43D-7DE9-617044201A01}"/>
                  </a:ext>
                </a:extLst>
              </p:cNvPr>
              <p:cNvSpPr txBox="1"/>
              <p:nvPr/>
            </p:nvSpPr>
            <p:spPr>
              <a:xfrm>
                <a:off x="6015638" y="2600739"/>
                <a:ext cx="3098687" cy="476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𝑝𝑟𝑜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接觸，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𝑝𝑟𝑜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endPara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E03BA3A-5294-C43D-7DE9-617044201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638" y="2600739"/>
                <a:ext cx="3098687" cy="476541"/>
              </a:xfrm>
              <a:prstGeom prst="rect">
                <a:avLst/>
              </a:prstGeom>
              <a:blipFill>
                <a:blip r:embed="rId24"/>
                <a:stretch>
                  <a:fillRect l="-197" t="-1282" b="-8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AAAAF16-8CC1-E410-9766-8C7758901F24}"/>
                  </a:ext>
                </a:extLst>
              </p:cNvPr>
              <p:cNvSpPr txBox="1"/>
              <p:nvPr/>
            </p:nvSpPr>
            <p:spPr>
              <a:xfrm>
                <a:off x="6015638" y="3099412"/>
                <a:ext cx="3098687" cy="476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接觸，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endParaRPr lang="zh-TW" altLang="en-US" sz="1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AAAAF16-8CC1-E410-9766-8C7758901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638" y="3099412"/>
                <a:ext cx="3098687" cy="476541"/>
              </a:xfrm>
              <a:prstGeom prst="rect">
                <a:avLst/>
              </a:prstGeom>
              <a:blipFill>
                <a:blip r:embed="rId25"/>
                <a:stretch>
                  <a:fillRect l="-197" b="-75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2862DE9-90DF-3E95-1AA6-BC4AABDD668A}"/>
                  </a:ext>
                </a:extLst>
              </p:cNvPr>
              <p:cNvSpPr txBox="1"/>
              <p:nvPr/>
            </p:nvSpPr>
            <p:spPr>
              <a:xfrm>
                <a:off x="5992013" y="3710044"/>
                <a:ext cx="3098687" cy="290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𝑟𝑒𝑐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𝑒𝑐𝑙𝑖𝑝𝑠𝑒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中的執行時間</a:t>
                </a: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2862DE9-90DF-3E95-1AA6-BC4AABDD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013" y="3710044"/>
                <a:ext cx="3098687" cy="290437"/>
              </a:xfrm>
              <a:prstGeom prst="rect">
                <a:avLst/>
              </a:prstGeom>
              <a:blipFill>
                <a:blip r:embed="rId26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A37A896-6BF1-3AD0-D60A-30B8E5857362}"/>
              </a:ext>
            </a:extLst>
          </p:cNvPr>
          <p:cNvCxnSpPr>
            <a:cxnSpLocks/>
          </p:cNvCxnSpPr>
          <p:nvPr/>
        </p:nvCxnSpPr>
        <p:spPr>
          <a:xfrm>
            <a:off x="4669511" y="983292"/>
            <a:ext cx="0" cy="40619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D675282-CD14-0438-5A0B-5F2DF1203A25}"/>
              </a:ext>
            </a:extLst>
          </p:cNvPr>
          <p:cNvSpPr/>
          <p:nvPr/>
        </p:nvSpPr>
        <p:spPr>
          <a:xfrm>
            <a:off x="107034" y="1175663"/>
            <a:ext cx="922497" cy="2686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E2B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決策變數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Google Shape;242;p30">
            <a:extLst>
              <a:ext uri="{FF2B5EF4-FFF2-40B4-BE49-F238E27FC236}">
                <a16:creationId xmlns:a16="http://schemas.microsoft.com/office/drawing/2014/main" id="{958EC74D-BABE-0149-A686-0D36EBBEDDD3}"/>
              </a:ext>
            </a:extLst>
          </p:cNvPr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345BEE8-81ED-E807-EC82-5A6258A7CDAB}"/>
                  </a:ext>
                </a:extLst>
              </p:cNvPr>
              <p:cNvSpPr txBox="1"/>
              <p:nvPr/>
            </p:nvSpPr>
            <p:spPr>
              <a:xfrm>
                <a:off x="4750086" y="4199162"/>
                <a:ext cx="976229" cy="199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345BEE8-81ED-E807-EC82-5A6258A7C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086" y="4199162"/>
                <a:ext cx="976229" cy="199542"/>
              </a:xfrm>
              <a:prstGeom prst="rect">
                <a:avLst/>
              </a:prstGeom>
              <a:blipFill>
                <a:blip r:embed="rId35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AB53B71-58BE-81F9-7840-9AF3BCA9F545}"/>
                  </a:ext>
                </a:extLst>
              </p:cNvPr>
              <p:cNvSpPr txBox="1"/>
              <p:nvPr/>
            </p:nvSpPr>
            <p:spPr>
              <a:xfrm>
                <a:off x="6015637" y="4083392"/>
                <a:ext cx="3098687" cy="476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TW" altLang="en-US" sz="12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AB53B71-58BE-81F9-7840-9AF3BCA9F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637" y="4083392"/>
                <a:ext cx="3098687" cy="476541"/>
              </a:xfrm>
              <a:prstGeom prst="rect">
                <a:avLst/>
              </a:prstGeom>
              <a:blipFill>
                <a:blip r:embed="rId36"/>
                <a:stretch>
                  <a:fillRect t="-1282" b="-6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F28CF7F-03CB-94DD-C718-DBA882D2C9E0}"/>
                  </a:ext>
                </a:extLst>
              </p:cNvPr>
              <p:cNvSpPr txBox="1"/>
              <p:nvPr/>
            </p:nvSpPr>
            <p:spPr>
              <a:xfrm>
                <a:off x="4728559" y="4725955"/>
                <a:ext cx="976229" cy="199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F28CF7F-03CB-94DD-C718-DBA882D2C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559" y="4725955"/>
                <a:ext cx="976229" cy="199542"/>
              </a:xfrm>
              <a:prstGeom prst="rect">
                <a:avLst/>
              </a:prstGeom>
              <a:blipFill>
                <a:blip r:embed="rId37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68E362F8-B463-224B-F5FC-B470F40A9676}"/>
                  </a:ext>
                </a:extLst>
              </p:cNvPr>
              <p:cNvSpPr txBox="1"/>
              <p:nvPr/>
            </p:nvSpPr>
            <p:spPr>
              <a:xfrm>
                <a:off x="5994110" y="4610185"/>
                <a:ext cx="3098687" cy="476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TW" altLang="en-US" sz="12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zh-TW" altLang="en-US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反之為</a:t>
                </a:r>
                <a:r>
                  <a:rPr lang="en-US" altLang="zh-TW" sz="1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68E362F8-B463-224B-F5FC-B470F40A9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110" y="4610185"/>
                <a:ext cx="3098687" cy="476541"/>
              </a:xfrm>
              <a:prstGeom prst="rect">
                <a:avLst/>
              </a:prstGeom>
              <a:blipFill>
                <a:blip r:embed="rId38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230;p30">
            <a:extLst>
              <a:ext uri="{FF2B5EF4-FFF2-40B4-BE49-F238E27FC236}">
                <a16:creationId xmlns:a16="http://schemas.microsoft.com/office/drawing/2014/main" id="{7E23A11D-F954-FD6B-1E7E-859FF381A225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EC9E95-74D1-F26D-4C0D-118D6AA224B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Google Shape;236;p30">
            <a:hlinkClick r:id="rId39" action="ppaction://hlinksldjump"/>
            <a:extLst>
              <a:ext uri="{FF2B5EF4-FFF2-40B4-BE49-F238E27FC236}">
                <a16:creationId xmlns:a16="http://schemas.microsoft.com/office/drawing/2014/main" id="{0157BA91-A94E-BD45-9154-4DCCCEABD6A3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Google Shape;237;p30">
            <a:hlinkClick r:id="rId40" action="ppaction://hlinksldjump"/>
            <a:extLst>
              <a:ext uri="{FF2B5EF4-FFF2-40B4-BE49-F238E27FC236}">
                <a16:creationId xmlns:a16="http://schemas.microsoft.com/office/drawing/2014/main" id="{80C15D0B-9199-B3CF-EBD5-C1249BE6B722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Google Shape;238;p30">
            <a:hlinkClick r:id="rId41" action="ppaction://hlinksldjump"/>
            <a:extLst>
              <a:ext uri="{FF2B5EF4-FFF2-40B4-BE49-F238E27FC236}">
                <a16:creationId xmlns:a16="http://schemas.microsoft.com/office/drawing/2014/main" id="{1D8BC4DA-36A6-5EF5-6FCD-8F1719E10533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7670152-B4A5-C11C-AED0-793657E843F7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Google Shape;237;p30">
            <a:hlinkClick r:id="rId40" action="ppaction://hlinksldjump"/>
            <a:extLst>
              <a:ext uri="{FF2B5EF4-FFF2-40B4-BE49-F238E27FC236}">
                <a16:creationId xmlns:a16="http://schemas.microsoft.com/office/drawing/2014/main" id="{AAB80F07-9688-030C-84D1-D986AE45D70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58" name="Google Shape;237;p30">
            <a:hlinkClick r:id="rId40" action="ppaction://hlinksldjump"/>
            <a:extLst>
              <a:ext uri="{FF2B5EF4-FFF2-40B4-BE49-F238E27FC236}">
                <a16:creationId xmlns:a16="http://schemas.microsoft.com/office/drawing/2014/main" id="{8A4FCC05-2509-9056-E10D-F6FD261FFE41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59" name="矩形 58">
            <a:hlinkClick r:id="rId42" action="ppaction://hlinksldjump"/>
            <a:extLst>
              <a:ext uri="{FF2B5EF4-FFF2-40B4-BE49-F238E27FC236}">
                <a16:creationId xmlns:a16="http://schemas.microsoft.com/office/drawing/2014/main" id="{999F8EDF-1450-F6D0-D14C-A6F7A148688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>
            <a:hlinkClick r:id="rId40" action="ppaction://hlinksldjump"/>
            <a:extLst>
              <a:ext uri="{FF2B5EF4-FFF2-40B4-BE49-F238E27FC236}">
                <a16:creationId xmlns:a16="http://schemas.microsoft.com/office/drawing/2014/main" id="{A42606C1-4E34-FC62-8577-1E29D0438CB7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 60">
            <a:hlinkClick r:id="rId43" action="ppaction://hlinksldjump"/>
            <a:extLst>
              <a:ext uri="{FF2B5EF4-FFF2-40B4-BE49-F238E27FC236}">
                <a16:creationId xmlns:a16="http://schemas.microsoft.com/office/drawing/2014/main" id="{C3E77E73-0953-F2D6-7E63-9802463AE33C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>
            <a:hlinkClick r:id="rId44" action="ppaction://hlinksldjump"/>
            <a:extLst>
              <a:ext uri="{FF2B5EF4-FFF2-40B4-BE49-F238E27FC236}">
                <a16:creationId xmlns:a16="http://schemas.microsoft.com/office/drawing/2014/main" id="{0A5FA220-62E6-F554-9166-71DB3F101B8F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>
            <a:hlinkClick r:id="rId45" action="ppaction://hlinksldjump"/>
            <a:extLst>
              <a:ext uri="{FF2B5EF4-FFF2-40B4-BE49-F238E27FC236}">
                <a16:creationId xmlns:a16="http://schemas.microsoft.com/office/drawing/2014/main" id="{8F362322-928C-C1CE-0361-2F840827B914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>
            <a:hlinkClick r:id="rId45" action="ppaction://hlinksldjump"/>
            <a:extLst>
              <a:ext uri="{FF2B5EF4-FFF2-40B4-BE49-F238E27FC236}">
                <a16:creationId xmlns:a16="http://schemas.microsoft.com/office/drawing/2014/main" id="{FA54D422-F7CB-5998-D8F3-01005E5BA8B4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>
            <a:hlinkClick r:id="rId46" action="ppaction://hlinksldjump"/>
            <a:extLst>
              <a:ext uri="{FF2B5EF4-FFF2-40B4-BE49-F238E27FC236}">
                <a16:creationId xmlns:a16="http://schemas.microsoft.com/office/drawing/2014/main" id="{EAE1C2D3-4F10-380E-923E-5ABB4AD5B056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526AD0F-C8A2-62DA-246C-FDABD9469AC8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Google Shape;237;p30">
            <a:hlinkClick r:id="rId40" action="ppaction://hlinksldjump"/>
            <a:extLst>
              <a:ext uri="{FF2B5EF4-FFF2-40B4-BE49-F238E27FC236}">
                <a16:creationId xmlns:a16="http://schemas.microsoft.com/office/drawing/2014/main" id="{9EAEC7FE-059D-D8D9-0D25-34CCD1ADFC41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68" name="矩形 67">
            <a:hlinkClick r:id="rId47" action="ppaction://hlinksldjump"/>
            <a:extLst>
              <a:ext uri="{FF2B5EF4-FFF2-40B4-BE49-F238E27FC236}">
                <a16:creationId xmlns:a16="http://schemas.microsoft.com/office/drawing/2014/main" id="{9931AD25-4A10-2267-13E5-CBFB08F25285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0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24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408" y="503859"/>
            <a:ext cx="304802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數學模型（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2/2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32723BF-9FE3-7FFA-F2EE-E9507D22EE37}"/>
                  </a:ext>
                </a:extLst>
              </p:cNvPr>
              <p:cNvSpPr txBox="1"/>
              <p:nvPr/>
            </p:nvSpPr>
            <p:spPr>
              <a:xfrm>
                <a:off x="44729" y="2032112"/>
                <a:ext cx="9054541" cy="1380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=10000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𝑎𝑡𝑡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𝑜𝑟𝑏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𝑔𝑜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𝑔𝑎𝑡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𝑚𝑜𝑛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𝑝𝑟𝑜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𝑝𝑏𝑘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𝑟𝑒𝑐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𝑝𝑏𝑘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𝑑𝑒𝑙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𝑚𝑖𝑠𝑐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𝑟𝑠𝑖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𝑝𝑏𝑘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𝑠𝑡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𝑣𝑎𝑟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TW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𝑟𝑠𝑖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𝑑𝑒𝑙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32723BF-9FE3-7FFA-F2EE-E9507D22E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9" y="2032112"/>
                <a:ext cx="9054541" cy="1380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hlinkClick r:id="rId4" action="ppaction://hlinksldjump"/>
            <a:extLst>
              <a:ext uri="{FF2B5EF4-FFF2-40B4-BE49-F238E27FC236}">
                <a16:creationId xmlns:a16="http://schemas.microsoft.com/office/drawing/2014/main" id="{87C409D5-0F24-BDD4-61D7-3C311A6F9AB8}"/>
              </a:ext>
            </a:extLst>
          </p:cNvPr>
          <p:cNvSpPr/>
          <p:nvPr/>
        </p:nvSpPr>
        <p:spPr>
          <a:xfrm>
            <a:off x="107034" y="1175663"/>
            <a:ext cx="922497" cy="2686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E2B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目標式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7D25080-81C8-774B-D98D-D4C5948F580E}"/>
              </a:ext>
            </a:extLst>
          </p:cNvPr>
          <p:cNvSpPr txBox="1"/>
          <p:nvPr/>
        </p:nvSpPr>
        <p:spPr>
          <a:xfrm>
            <a:off x="227004" y="1569053"/>
            <a:ext cx="6025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最大化可執行的總活動數，並同時使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越快執行越好</a:t>
            </a:r>
          </a:p>
        </p:txBody>
      </p:sp>
      <p:sp>
        <p:nvSpPr>
          <p:cNvPr id="20" name="Google Shape;230;p30">
            <a:extLst>
              <a:ext uri="{FF2B5EF4-FFF2-40B4-BE49-F238E27FC236}">
                <a16:creationId xmlns:a16="http://schemas.microsoft.com/office/drawing/2014/main" id="{6D8EFA04-91FE-9F99-F065-0E476D9C118E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EFADBCC-DE02-00A2-1309-3F783846478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Google Shape;236;p30">
            <a:hlinkClick r:id="rId5" action="ppaction://hlinksldjump"/>
            <a:extLst>
              <a:ext uri="{FF2B5EF4-FFF2-40B4-BE49-F238E27FC236}">
                <a16:creationId xmlns:a16="http://schemas.microsoft.com/office/drawing/2014/main" id="{EEA834FD-7491-DCF8-01AA-B82E669F23A9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AF966548-DF46-56AC-3911-12DCCB8B9584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Google Shape;238;p30">
            <a:hlinkClick r:id="rId4" action="ppaction://hlinksldjump"/>
            <a:extLst>
              <a:ext uri="{FF2B5EF4-FFF2-40B4-BE49-F238E27FC236}">
                <a16:creationId xmlns:a16="http://schemas.microsoft.com/office/drawing/2014/main" id="{D677BE8A-0606-B49D-6B9F-A1676B413BF0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9683C3-1404-3703-FB88-3AECDCCF8DA5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1187B190-AE6C-F116-11D4-DFE9B4AC1889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7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32D2285F-0D33-F55B-CDE6-1D9B68ABC40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28" name="矩形 27">
            <a:hlinkClick r:id="rId7" action="ppaction://hlinksldjump"/>
            <a:extLst>
              <a:ext uri="{FF2B5EF4-FFF2-40B4-BE49-F238E27FC236}">
                <a16:creationId xmlns:a16="http://schemas.microsoft.com/office/drawing/2014/main" id="{60FF709A-D36D-54A4-C061-051062EB85D8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6" action="ppaction://hlinksldjump"/>
            <a:extLst>
              <a:ext uri="{FF2B5EF4-FFF2-40B4-BE49-F238E27FC236}">
                <a16:creationId xmlns:a16="http://schemas.microsoft.com/office/drawing/2014/main" id="{8EFD55B8-C10F-E33A-0268-DAB5DE311F19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hlinkClick r:id="rId8" action="ppaction://hlinksldjump"/>
            <a:extLst>
              <a:ext uri="{FF2B5EF4-FFF2-40B4-BE49-F238E27FC236}">
                <a16:creationId xmlns:a16="http://schemas.microsoft.com/office/drawing/2014/main" id="{136EB99F-95A5-1B02-C585-4294AFAD2511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9" action="ppaction://hlinksldjump"/>
            <a:extLst>
              <a:ext uri="{FF2B5EF4-FFF2-40B4-BE49-F238E27FC236}">
                <a16:creationId xmlns:a16="http://schemas.microsoft.com/office/drawing/2014/main" id="{7898BC5D-E764-846B-2476-6AF6C200DC13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10" action="ppaction://hlinksldjump"/>
            <a:extLst>
              <a:ext uri="{FF2B5EF4-FFF2-40B4-BE49-F238E27FC236}">
                <a16:creationId xmlns:a16="http://schemas.microsoft.com/office/drawing/2014/main" id="{F2AC020E-8FAA-B024-79B3-85840A25DD2A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10" action="ppaction://hlinksldjump"/>
            <a:extLst>
              <a:ext uri="{FF2B5EF4-FFF2-40B4-BE49-F238E27FC236}">
                <a16:creationId xmlns:a16="http://schemas.microsoft.com/office/drawing/2014/main" id="{86D7EFA0-AD91-ECF3-F48D-D5121CB7DCFC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11" action="ppaction://hlinksldjump"/>
            <a:extLst>
              <a:ext uri="{FF2B5EF4-FFF2-40B4-BE49-F238E27FC236}">
                <a16:creationId xmlns:a16="http://schemas.microsoft.com/office/drawing/2014/main" id="{8C9D85FC-EBDB-B8A5-B342-5483E032BA15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A94FFA5-2DDD-EB76-4F62-6AEFFA6397C8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3EFFECA7-3D9D-BEB5-511D-C6FCD0DCD08A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37" name="矩形 36">
            <a:hlinkClick r:id="rId12" action="ppaction://hlinksldjump"/>
            <a:extLst>
              <a:ext uri="{FF2B5EF4-FFF2-40B4-BE49-F238E27FC236}">
                <a16:creationId xmlns:a16="http://schemas.microsoft.com/office/drawing/2014/main" id="{CE659A07-1C0F-6F32-17B9-90DC4346288E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45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44906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Attitude Maneuver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26676" y="1202146"/>
            <a:ext cx="726552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0" name="矩形 19">
            <a:hlinkClick r:id="rId3" action="ppaction://hlinksldjump"/>
            <a:extLst>
              <a:ext uri="{FF2B5EF4-FFF2-40B4-BE49-F238E27FC236}">
                <a16:creationId xmlns:a16="http://schemas.microsoft.com/office/drawing/2014/main" id="{9B0FB68F-C005-412B-8560-6A51B002B80B}"/>
              </a:ext>
            </a:extLst>
          </p:cNvPr>
          <p:cNvSpPr/>
          <p:nvPr/>
        </p:nvSpPr>
        <p:spPr>
          <a:xfrm>
            <a:off x="2759384" y="1170585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hlinkClick r:id="rId3" action="ppaction://hlinksldjump"/>
            <a:extLst>
              <a:ext uri="{FF2B5EF4-FFF2-40B4-BE49-F238E27FC236}">
                <a16:creationId xmlns:a16="http://schemas.microsoft.com/office/drawing/2014/main" id="{D49A6DB2-648D-B2B0-26E1-A6DBE04D5B5B}"/>
              </a:ext>
            </a:extLst>
          </p:cNvPr>
          <p:cNvSpPr/>
          <p:nvPr/>
        </p:nvSpPr>
        <p:spPr>
          <a:xfrm>
            <a:off x="3932729" y="154547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hlinkClick r:id="rId3" action="ppaction://hlinksldjump"/>
            <a:extLst>
              <a:ext uri="{FF2B5EF4-FFF2-40B4-BE49-F238E27FC236}">
                <a16:creationId xmlns:a16="http://schemas.microsoft.com/office/drawing/2014/main" id="{73ECA7AB-5992-31C5-2516-2FD9FC0AC53C}"/>
              </a:ext>
            </a:extLst>
          </p:cNvPr>
          <p:cNvSpPr/>
          <p:nvPr/>
        </p:nvSpPr>
        <p:spPr>
          <a:xfrm>
            <a:off x="4330972" y="1916395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hlinkClick r:id="rId3" action="ppaction://hlinksldjump"/>
            <a:extLst>
              <a:ext uri="{FF2B5EF4-FFF2-40B4-BE49-F238E27FC236}">
                <a16:creationId xmlns:a16="http://schemas.microsoft.com/office/drawing/2014/main" id="{198DB031-966C-0A90-78B2-E7286B507616}"/>
              </a:ext>
            </a:extLst>
          </p:cNvPr>
          <p:cNvSpPr/>
          <p:nvPr/>
        </p:nvSpPr>
        <p:spPr>
          <a:xfrm>
            <a:off x="3932729" y="2306661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hlinkClick r:id="rId3" action="ppaction://hlinksldjump"/>
            <a:extLst>
              <a:ext uri="{FF2B5EF4-FFF2-40B4-BE49-F238E27FC236}">
                <a16:creationId xmlns:a16="http://schemas.microsoft.com/office/drawing/2014/main" id="{92348421-1382-6C84-46D2-303A450B3051}"/>
              </a:ext>
            </a:extLst>
          </p:cNvPr>
          <p:cNvSpPr/>
          <p:nvPr/>
        </p:nvSpPr>
        <p:spPr>
          <a:xfrm>
            <a:off x="3460239" y="2643942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hlinkClick r:id="rId4" action="ppaction://hlinksldjump"/>
            <a:extLst>
              <a:ext uri="{FF2B5EF4-FFF2-40B4-BE49-F238E27FC236}">
                <a16:creationId xmlns:a16="http://schemas.microsoft.com/office/drawing/2014/main" id="{14055676-B7DE-0A36-9657-EDD9C604512C}"/>
              </a:ext>
            </a:extLst>
          </p:cNvPr>
          <p:cNvSpPr/>
          <p:nvPr/>
        </p:nvSpPr>
        <p:spPr>
          <a:xfrm>
            <a:off x="3526925" y="3009253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Google Shape;230;p30">
            <a:extLst>
              <a:ext uri="{FF2B5EF4-FFF2-40B4-BE49-F238E27FC236}">
                <a16:creationId xmlns:a16="http://schemas.microsoft.com/office/drawing/2014/main" id="{DAD2F8A3-7964-DF2C-EC8B-52366E00A915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D20C204-2D70-B9F8-EF1D-5C1AB47986B5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6;p30">
            <a:hlinkClick r:id="rId5" action="ppaction://hlinksldjump"/>
            <a:extLst>
              <a:ext uri="{FF2B5EF4-FFF2-40B4-BE49-F238E27FC236}">
                <a16:creationId xmlns:a16="http://schemas.microsoft.com/office/drawing/2014/main" id="{DDBE0E6D-1CE3-3339-7DF6-2862746491D3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8E4FFF51-12F2-A162-91FF-43485ADEF50C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Google Shape;238;p30">
            <a:hlinkClick r:id="rId7" action="ppaction://hlinksldjump"/>
            <a:extLst>
              <a:ext uri="{FF2B5EF4-FFF2-40B4-BE49-F238E27FC236}">
                <a16:creationId xmlns:a16="http://schemas.microsoft.com/office/drawing/2014/main" id="{DF42FD8F-EFB6-1452-DFA3-E4E89809E409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5B88BA7-E838-2928-D3AF-6902633EAD84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31F96B0A-6AD0-6D75-C836-0FB09F56F522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66054A80-F150-37CE-AB5D-2799051A3C20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8" action="ppaction://hlinksldjump"/>
            <a:extLst>
              <a:ext uri="{FF2B5EF4-FFF2-40B4-BE49-F238E27FC236}">
                <a16:creationId xmlns:a16="http://schemas.microsoft.com/office/drawing/2014/main" id="{9BF816F1-A39E-74AC-C2B7-9A885B7A0813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6" action="ppaction://hlinksldjump"/>
            <a:extLst>
              <a:ext uri="{FF2B5EF4-FFF2-40B4-BE49-F238E27FC236}">
                <a16:creationId xmlns:a16="http://schemas.microsoft.com/office/drawing/2014/main" id="{34FC6E1C-90E2-6377-01A4-E7449FA734AB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9" action="ppaction://hlinksldjump"/>
            <a:extLst>
              <a:ext uri="{FF2B5EF4-FFF2-40B4-BE49-F238E27FC236}">
                <a16:creationId xmlns:a16="http://schemas.microsoft.com/office/drawing/2014/main" id="{6D6D45DB-1265-6984-23ED-EA7F5113D7DA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7F8F2318-D460-7A6C-3B78-34A3E3EB71D5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F2875EFC-EBCA-5338-490D-30163D486BD6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1" action="ppaction://hlinksldjump"/>
            <a:extLst>
              <a:ext uri="{FF2B5EF4-FFF2-40B4-BE49-F238E27FC236}">
                <a16:creationId xmlns:a16="http://schemas.microsoft.com/office/drawing/2014/main" id="{62CAF3AD-AD3A-1B4B-F8C7-58197144A3E4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A5F54066-2D1B-71F6-AA20-0C2401F2C653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64B5D25-E505-4115-51F5-C9E95539F8F7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3FAA3509-4F46-0F4F-7F8E-6EEA50F5D72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3" action="ppaction://hlinksldjump"/>
            <a:extLst>
              <a:ext uri="{FF2B5EF4-FFF2-40B4-BE49-F238E27FC236}">
                <a16:creationId xmlns:a16="http://schemas.microsoft.com/office/drawing/2014/main" id="{8D4475CE-6A23-8349-6284-1BB1851F3335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5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38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17478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Orbit Maneuver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25127" y="1252912"/>
            <a:ext cx="632379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7B812675-7F88-8774-5588-0CEDF9BCE458}"/>
              </a:ext>
            </a:extLst>
          </p:cNvPr>
          <p:cNvSpPr/>
          <p:nvPr/>
        </p:nvSpPr>
        <p:spPr>
          <a:xfrm>
            <a:off x="3924637" y="158593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1CF96641-3E31-C788-E613-0BF2F8BDBE71}"/>
              </a:ext>
            </a:extLst>
          </p:cNvPr>
          <p:cNvSpPr/>
          <p:nvPr/>
        </p:nvSpPr>
        <p:spPr>
          <a:xfrm>
            <a:off x="4120904" y="1986802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</a:t>
            </a:r>
            <a:endParaRPr lang="zh-TW" altLang="en-US" dirty="0"/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E79B3994-6F16-3465-9F06-50DCD1814B1B}"/>
              </a:ext>
            </a:extLst>
          </p:cNvPr>
          <p:cNvSpPr/>
          <p:nvPr/>
        </p:nvSpPr>
        <p:spPr>
          <a:xfrm>
            <a:off x="3711363" y="2345295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3" action="ppaction://hlinksldjump"/>
            <a:extLst>
              <a:ext uri="{FF2B5EF4-FFF2-40B4-BE49-F238E27FC236}">
                <a16:creationId xmlns:a16="http://schemas.microsoft.com/office/drawing/2014/main" id="{3AB91187-3060-3660-09C2-B12FCEAEFE3F}"/>
              </a:ext>
            </a:extLst>
          </p:cNvPr>
          <p:cNvSpPr/>
          <p:nvPr/>
        </p:nvSpPr>
        <p:spPr>
          <a:xfrm>
            <a:off x="3287026" y="268802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3" action="ppaction://hlinksldjump"/>
            <a:extLst>
              <a:ext uri="{FF2B5EF4-FFF2-40B4-BE49-F238E27FC236}">
                <a16:creationId xmlns:a16="http://schemas.microsoft.com/office/drawing/2014/main" id="{3039F6CD-9EEE-2F5F-DFD7-857B9AA84D4F}"/>
              </a:ext>
            </a:extLst>
          </p:cNvPr>
          <p:cNvSpPr/>
          <p:nvPr/>
        </p:nvSpPr>
        <p:spPr>
          <a:xfrm>
            <a:off x="2571590" y="1229406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4" action="ppaction://hlinksldjump"/>
            <a:extLst>
              <a:ext uri="{FF2B5EF4-FFF2-40B4-BE49-F238E27FC236}">
                <a16:creationId xmlns:a16="http://schemas.microsoft.com/office/drawing/2014/main" id="{894E5785-7336-6D39-F891-2D7DE0DEC1AE}"/>
              </a:ext>
            </a:extLst>
          </p:cNvPr>
          <p:cNvSpPr/>
          <p:nvPr/>
        </p:nvSpPr>
        <p:spPr>
          <a:xfrm>
            <a:off x="3316513" y="3100372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34FCB301-D17E-DF37-D814-956405798E74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D7B16EA-591C-E438-E2AC-54F7EA2A13ED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5" action="ppaction://hlinksldjump"/>
            <a:extLst>
              <a:ext uri="{FF2B5EF4-FFF2-40B4-BE49-F238E27FC236}">
                <a16:creationId xmlns:a16="http://schemas.microsoft.com/office/drawing/2014/main" id="{62D47EAB-9550-1E2A-ACAE-E895D1DA14B4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1EFAAC05-1212-2C15-A98A-3822BEF1934B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7" action="ppaction://hlinksldjump"/>
            <a:extLst>
              <a:ext uri="{FF2B5EF4-FFF2-40B4-BE49-F238E27FC236}">
                <a16:creationId xmlns:a16="http://schemas.microsoft.com/office/drawing/2014/main" id="{B7AD4323-FC02-611F-9E1B-F0F8FCB2610D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F3E1848-E769-DDDC-7AEC-BF2C122DD9F2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B7BB827A-1ABD-BA50-E92E-8D907A031245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037A70B4-47C9-C5A6-90A7-D5684DEE280C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8" action="ppaction://hlinksldjump"/>
            <a:extLst>
              <a:ext uri="{FF2B5EF4-FFF2-40B4-BE49-F238E27FC236}">
                <a16:creationId xmlns:a16="http://schemas.microsoft.com/office/drawing/2014/main" id="{12528962-8273-0F2E-3546-CEB30561594C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6" action="ppaction://hlinksldjump"/>
            <a:extLst>
              <a:ext uri="{FF2B5EF4-FFF2-40B4-BE49-F238E27FC236}">
                <a16:creationId xmlns:a16="http://schemas.microsoft.com/office/drawing/2014/main" id="{66A78024-E608-E84C-8CC5-980705DAD1A7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9" action="ppaction://hlinksldjump"/>
            <a:extLst>
              <a:ext uri="{FF2B5EF4-FFF2-40B4-BE49-F238E27FC236}">
                <a16:creationId xmlns:a16="http://schemas.microsoft.com/office/drawing/2014/main" id="{EAC02FE3-5B22-0C30-1D40-F3F34F6338D2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28468F58-E77D-1141-4B1B-1CB08E9985B4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B033360D-E16F-0259-5AAC-5C9EF2A27093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1" action="ppaction://hlinksldjump"/>
            <a:extLst>
              <a:ext uri="{FF2B5EF4-FFF2-40B4-BE49-F238E27FC236}">
                <a16:creationId xmlns:a16="http://schemas.microsoft.com/office/drawing/2014/main" id="{578CAB24-982F-0FEF-2D67-87742664ABF3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E4F53943-8B44-166B-A3AC-4122427EF638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39BE770-15F2-0A5A-DE27-B6E644800553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D383A599-6726-C1A6-E793-55512F5FEEBF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3" action="ppaction://hlinksldjump"/>
            <a:extLst>
              <a:ext uri="{FF2B5EF4-FFF2-40B4-BE49-F238E27FC236}">
                <a16:creationId xmlns:a16="http://schemas.microsoft.com/office/drawing/2014/main" id="{8D1F852D-5E28-0190-9A7C-E35C8E34DFCF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90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600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GOHOME Maneuver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27849" y="1256716"/>
            <a:ext cx="681468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分鐘內要回到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進行充電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6F13803A-A4AF-760D-9DCD-A8D94EA89968}"/>
              </a:ext>
            </a:extLst>
          </p:cNvPr>
          <p:cNvSpPr/>
          <p:nvPr/>
        </p:nvSpPr>
        <p:spPr>
          <a:xfrm>
            <a:off x="3711363" y="3073990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4" action="ppaction://hlinksldjump"/>
            <a:extLst>
              <a:ext uri="{FF2B5EF4-FFF2-40B4-BE49-F238E27FC236}">
                <a16:creationId xmlns:a16="http://schemas.microsoft.com/office/drawing/2014/main" id="{1D07D96F-2981-13A8-732B-66AA180D4682}"/>
              </a:ext>
            </a:extLst>
          </p:cNvPr>
          <p:cNvSpPr/>
          <p:nvPr/>
        </p:nvSpPr>
        <p:spPr>
          <a:xfrm>
            <a:off x="2984268" y="1249623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4" action="ppaction://hlinksldjump"/>
            <a:extLst>
              <a:ext uri="{FF2B5EF4-FFF2-40B4-BE49-F238E27FC236}">
                <a16:creationId xmlns:a16="http://schemas.microsoft.com/office/drawing/2014/main" id="{E6592713-DA39-DBFF-769D-BE8E5B3D3067}"/>
              </a:ext>
            </a:extLst>
          </p:cNvPr>
          <p:cNvSpPr/>
          <p:nvPr/>
        </p:nvSpPr>
        <p:spPr>
          <a:xfrm>
            <a:off x="4330972" y="1592951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4" action="ppaction://hlinksldjump"/>
            <a:extLst>
              <a:ext uri="{FF2B5EF4-FFF2-40B4-BE49-F238E27FC236}">
                <a16:creationId xmlns:a16="http://schemas.microsoft.com/office/drawing/2014/main" id="{9E4C611F-082D-804B-EA4B-914B94B775BF}"/>
              </a:ext>
            </a:extLst>
          </p:cNvPr>
          <p:cNvSpPr/>
          <p:nvPr/>
        </p:nvSpPr>
        <p:spPr>
          <a:xfrm>
            <a:off x="4120904" y="1971811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4" action="ppaction://hlinksldjump"/>
            <a:extLst>
              <a:ext uri="{FF2B5EF4-FFF2-40B4-BE49-F238E27FC236}">
                <a16:creationId xmlns:a16="http://schemas.microsoft.com/office/drawing/2014/main" id="{27B719C6-0D76-F35A-255A-B89C729B715E}"/>
              </a:ext>
            </a:extLst>
          </p:cNvPr>
          <p:cNvSpPr/>
          <p:nvPr/>
        </p:nvSpPr>
        <p:spPr>
          <a:xfrm>
            <a:off x="4100603" y="232278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4" action="ppaction://hlinksldjump"/>
            <a:extLst>
              <a:ext uri="{FF2B5EF4-FFF2-40B4-BE49-F238E27FC236}">
                <a16:creationId xmlns:a16="http://schemas.microsoft.com/office/drawing/2014/main" id="{CFB1E6DA-3C7C-BEA8-4F43-DC6E680BF502}"/>
              </a:ext>
            </a:extLst>
          </p:cNvPr>
          <p:cNvSpPr/>
          <p:nvPr/>
        </p:nvSpPr>
        <p:spPr>
          <a:xfrm>
            <a:off x="3663722" y="2736928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5" action="ppaction://hlinksldjump"/>
            <a:extLst>
              <a:ext uri="{FF2B5EF4-FFF2-40B4-BE49-F238E27FC236}">
                <a16:creationId xmlns:a16="http://schemas.microsoft.com/office/drawing/2014/main" id="{02F2FB11-7596-A2F8-B240-A723C53DB568}"/>
              </a:ext>
            </a:extLst>
          </p:cNvPr>
          <p:cNvSpPr/>
          <p:nvPr/>
        </p:nvSpPr>
        <p:spPr>
          <a:xfrm>
            <a:off x="3281137" y="3432416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4C64F207-A36F-AE61-AAFF-B772016CD285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86A03ED-2F61-A65B-EAF8-5A61DB4EDB67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2E367603-0D51-894E-ABBD-0CA5E921B260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5D7772F2-5F08-5E2E-DD5E-4D42DCF2D888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7CD26418-4888-B2EE-EA89-9887EDB5E773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AFA7C6A-1DF5-FE91-521B-B77D3C7ADB00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A4E27CD3-1510-5E43-F555-034B463188A9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4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9791D369-6CAA-D290-1151-F62DC133E1D1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5" name="矩形 34">
            <a:hlinkClick r:id="rId9" action="ppaction://hlinksldjump"/>
            <a:extLst>
              <a:ext uri="{FF2B5EF4-FFF2-40B4-BE49-F238E27FC236}">
                <a16:creationId xmlns:a16="http://schemas.microsoft.com/office/drawing/2014/main" id="{828094E2-8D14-1C6E-2F20-843C242E5EB0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7" action="ppaction://hlinksldjump"/>
            <a:extLst>
              <a:ext uri="{FF2B5EF4-FFF2-40B4-BE49-F238E27FC236}">
                <a16:creationId xmlns:a16="http://schemas.microsoft.com/office/drawing/2014/main" id="{AFE70CF5-DB00-9892-A7C4-47F93605E1D5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675B5847-F9C2-1DE8-B369-9E40447B325F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90BD8870-489F-B023-6EAA-859C5385395F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2" action="ppaction://hlinksldjump"/>
            <a:extLst>
              <a:ext uri="{FF2B5EF4-FFF2-40B4-BE49-F238E27FC236}">
                <a16:creationId xmlns:a16="http://schemas.microsoft.com/office/drawing/2014/main" id="{80857430-CC21-00E7-877D-00F0065AF0C0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463BDC8A-0C90-EBE8-8A09-3C385718C012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233A81ED-FFAB-9E6C-D9DF-A3FD5DC318A5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6BC93C1-C74E-FB60-1C78-D45C8019A2B0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028FD144-B26C-79BF-396F-FFF84365A716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5" name="矩形 44">
            <a:hlinkClick r:id="rId14" action="ppaction://hlinksldjump"/>
            <a:extLst>
              <a:ext uri="{FF2B5EF4-FFF2-40B4-BE49-F238E27FC236}">
                <a16:creationId xmlns:a16="http://schemas.microsoft.com/office/drawing/2014/main" id="{B9B7D3C5-AC80-8EAD-894C-E193D57C35F8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521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27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294378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GAT Maneuver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18082" y="1272162"/>
            <a:ext cx="646559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D63A4B3D-94AC-B28A-EFD6-86046A028378}"/>
              </a:ext>
            </a:extLst>
          </p:cNvPr>
          <p:cNvSpPr/>
          <p:nvPr/>
        </p:nvSpPr>
        <p:spPr>
          <a:xfrm>
            <a:off x="2544438" y="1272162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DA50770B-C165-FB09-3A53-EEE7F52A2297}"/>
              </a:ext>
            </a:extLst>
          </p:cNvPr>
          <p:cNvSpPr/>
          <p:nvPr/>
        </p:nvSpPr>
        <p:spPr>
          <a:xfrm>
            <a:off x="3902551" y="162381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7E95A270-62F1-48EA-73B1-BA3250A5EC24}"/>
              </a:ext>
            </a:extLst>
          </p:cNvPr>
          <p:cNvSpPr/>
          <p:nvPr/>
        </p:nvSpPr>
        <p:spPr>
          <a:xfrm>
            <a:off x="3701318" y="2006052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3" action="ppaction://hlinksldjump"/>
            <a:extLst>
              <a:ext uri="{FF2B5EF4-FFF2-40B4-BE49-F238E27FC236}">
                <a16:creationId xmlns:a16="http://schemas.microsoft.com/office/drawing/2014/main" id="{1544F4C1-0AC5-F266-F22C-7D280B15C5A3}"/>
              </a:ext>
            </a:extLst>
          </p:cNvPr>
          <p:cNvSpPr/>
          <p:nvPr/>
        </p:nvSpPr>
        <p:spPr>
          <a:xfrm>
            <a:off x="4107066" y="236420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3" action="ppaction://hlinksldjump"/>
            <a:extLst>
              <a:ext uri="{FF2B5EF4-FFF2-40B4-BE49-F238E27FC236}">
                <a16:creationId xmlns:a16="http://schemas.microsoft.com/office/drawing/2014/main" id="{EBC042A7-3ADB-7D73-D17F-159663AC4968}"/>
              </a:ext>
            </a:extLst>
          </p:cNvPr>
          <p:cNvSpPr/>
          <p:nvPr/>
        </p:nvSpPr>
        <p:spPr>
          <a:xfrm>
            <a:off x="3276000" y="2705263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4" action="ppaction://hlinksldjump"/>
            <a:extLst>
              <a:ext uri="{FF2B5EF4-FFF2-40B4-BE49-F238E27FC236}">
                <a16:creationId xmlns:a16="http://schemas.microsoft.com/office/drawing/2014/main" id="{AB682331-2D02-C4A4-31BA-13E26D9DE5FE}"/>
              </a:ext>
            </a:extLst>
          </p:cNvPr>
          <p:cNvSpPr/>
          <p:nvPr/>
        </p:nvSpPr>
        <p:spPr>
          <a:xfrm>
            <a:off x="3276000" y="308954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22224DEA-C697-01F8-3199-4909A18E4658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1B0D53D-E0D0-92AE-A235-B9BCB0C03228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5" action="ppaction://hlinksldjump"/>
            <a:extLst>
              <a:ext uri="{FF2B5EF4-FFF2-40B4-BE49-F238E27FC236}">
                <a16:creationId xmlns:a16="http://schemas.microsoft.com/office/drawing/2014/main" id="{B49DAB2F-22B7-BCBC-8AB2-EC3F70E25EAF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94C7C521-DCA5-6B83-9A9F-B6A7CB233153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7" action="ppaction://hlinksldjump"/>
            <a:extLst>
              <a:ext uri="{FF2B5EF4-FFF2-40B4-BE49-F238E27FC236}">
                <a16:creationId xmlns:a16="http://schemas.microsoft.com/office/drawing/2014/main" id="{2ACD5F49-476F-0135-8C8A-50113210E53F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169FA20-3E8B-C065-CDE4-E5171158CD4C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7D0C5BA0-A2AA-EF88-FB69-FB031790920A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C944C721-9E2E-8497-B9A2-4A4436A3FEE2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8" action="ppaction://hlinksldjump"/>
            <a:extLst>
              <a:ext uri="{FF2B5EF4-FFF2-40B4-BE49-F238E27FC236}">
                <a16:creationId xmlns:a16="http://schemas.microsoft.com/office/drawing/2014/main" id="{9AC3EC0C-88E8-BD48-2BF1-C087983A0FB7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6" action="ppaction://hlinksldjump"/>
            <a:extLst>
              <a:ext uri="{FF2B5EF4-FFF2-40B4-BE49-F238E27FC236}">
                <a16:creationId xmlns:a16="http://schemas.microsoft.com/office/drawing/2014/main" id="{76E7FBDF-3D62-2E76-9C10-D0E2F9B5C32A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9" action="ppaction://hlinksldjump"/>
            <a:extLst>
              <a:ext uri="{FF2B5EF4-FFF2-40B4-BE49-F238E27FC236}">
                <a16:creationId xmlns:a16="http://schemas.microsoft.com/office/drawing/2014/main" id="{8ADA7E00-7531-096D-7D9E-C50B372EE503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74EFA32C-D001-B40E-E635-D9124D87FFB5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CB541007-F05B-A147-69DD-C2D811BA13F1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1" action="ppaction://hlinksldjump"/>
            <a:extLst>
              <a:ext uri="{FF2B5EF4-FFF2-40B4-BE49-F238E27FC236}">
                <a16:creationId xmlns:a16="http://schemas.microsoft.com/office/drawing/2014/main" id="{5076CD71-F305-6D89-05EC-ADDB135DB8EA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4C1AD1CE-6D32-9B78-8191-017CEDDB96B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DC3A2E0-9565-DB60-863D-7E89C3ABA3DC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6" action="ppaction://hlinksldjump"/>
            <a:extLst>
              <a:ext uri="{FF2B5EF4-FFF2-40B4-BE49-F238E27FC236}">
                <a16:creationId xmlns:a16="http://schemas.microsoft.com/office/drawing/2014/main" id="{B684B0C2-3D06-FB83-D37E-C2B6D97CDD42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3" action="ppaction://hlinksldjump"/>
            <a:extLst>
              <a:ext uri="{FF2B5EF4-FFF2-40B4-BE49-F238E27FC236}">
                <a16:creationId xmlns:a16="http://schemas.microsoft.com/office/drawing/2014/main" id="{9947BD9C-BA04-C266-1A84-47A599092C8B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15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273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2304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Monitoring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95083" y="1276436"/>
            <a:ext cx="5887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Monitoring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S-band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的地面站接觸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91E2FB06-85C9-9018-A469-2B2630F9DDDE}"/>
              </a:ext>
            </a:extLst>
          </p:cNvPr>
          <p:cNvSpPr/>
          <p:nvPr/>
        </p:nvSpPr>
        <p:spPr>
          <a:xfrm>
            <a:off x="3377065" y="1240885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BD3C5F6B-9334-F3B2-9931-A750645B7F0B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8056CA-EBAA-D0C2-B2C3-B1A2B2F74D0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4" action="ppaction://hlinksldjump"/>
            <a:extLst>
              <a:ext uri="{FF2B5EF4-FFF2-40B4-BE49-F238E27FC236}">
                <a16:creationId xmlns:a16="http://schemas.microsoft.com/office/drawing/2014/main" id="{37A6B52C-11AF-92DC-B195-CC3E45CCDF5D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B3D71AFD-6B83-5A4F-E3A4-15D62816EB61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6" action="ppaction://hlinksldjump"/>
            <a:extLst>
              <a:ext uri="{FF2B5EF4-FFF2-40B4-BE49-F238E27FC236}">
                <a16:creationId xmlns:a16="http://schemas.microsoft.com/office/drawing/2014/main" id="{10FBE32C-09AF-D4E2-2EBC-FD4431877F5E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78B6016-B30E-BC74-3E4B-707BE7FEECD0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886107A7-AD06-11D4-3263-D7C9F655854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8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4084BD4E-E170-8E3C-0599-B2CFB7359A6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29" name="矩形 28">
            <a:hlinkClick r:id="rId7" action="ppaction://hlinksldjump"/>
            <a:extLst>
              <a:ext uri="{FF2B5EF4-FFF2-40B4-BE49-F238E27FC236}">
                <a16:creationId xmlns:a16="http://schemas.microsoft.com/office/drawing/2014/main" id="{81A9BEF0-B623-20D7-4911-5506DD362E1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5" action="ppaction://hlinksldjump"/>
            <a:extLst>
              <a:ext uri="{FF2B5EF4-FFF2-40B4-BE49-F238E27FC236}">
                <a16:creationId xmlns:a16="http://schemas.microsoft.com/office/drawing/2014/main" id="{0E3A672F-2FB7-1037-FD6D-BCE079A175AE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hlinkClick r:id="rId8" action="ppaction://hlinksldjump"/>
            <a:extLst>
              <a:ext uri="{FF2B5EF4-FFF2-40B4-BE49-F238E27FC236}">
                <a16:creationId xmlns:a16="http://schemas.microsoft.com/office/drawing/2014/main" id="{D40346EA-16F3-E2DA-92CB-3827D49A8878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9" action="ppaction://hlinksldjump"/>
            <a:extLst>
              <a:ext uri="{FF2B5EF4-FFF2-40B4-BE49-F238E27FC236}">
                <a16:creationId xmlns:a16="http://schemas.microsoft.com/office/drawing/2014/main" id="{3E85BDA2-C9AF-0427-C7B3-A94D4F5CC358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10" action="ppaction://hlinksldjump"/>
            <a:extLst>
              <a:ext uri="{FF2B5EF4-FFF2-40B4-BE49-F238E27FC236}">
                <a16:creationId xmlns:a16="http://schemas.microsoft.com/office/drawing/2014/main" id="{1B9EF3E4-3326-AA39-D559-68EA1DC25283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10" action="ppaction://hlinksldjump"/>
            <a:extLst>
              <a:ext uri="{FF2B5EF4-FFF2-40B4-BE49-F238E27FC236}">
                <a16:creationId xmlns:a16="http://schemas.microsoft.com/office/drawing/2014/main" id="{87BD7289-36D7-8B62-0A57-B119550AE583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1" action="ppaction://hlinksldjump"/>
            <a:extLst>
              <a:ext uri="{FF2B5EF4-FFF2-40B4-BE49-F238E27FC236}">
                <a16:creationId xmlns:a16="http://schemas.microsoft.com/office/drawing/2014/main" id="{CE7AB213-93C5-BCD4-EC12-ED7959CFD7C0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7EE182E-CF62-3D1E-61E2-F089999069D8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D78A279E-A24B-F3A1-36E3-6EDA91A6281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39" name="矩形 38">
            <a:hlinkClick r:id="rId12" action="ppaction://hlinksldjump"/>
            <a:extLst>
              <a:ext uri="{FF2B5EF4-FFF2-40B4-BE49-F238E27FC236}">
                <a16:creationId xmlns:a16="http://schemas.microsoft.com/office/drawing/2014/main" id="{2D079768-8A77-193D-2DE4-E373402C6657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7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42831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Record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1174" y="1233662"/>
            <a:ext cx="70897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每軌只能最多開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若執行當下記憶體容量不足則該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785B1B26-5BC3-DE98-9599-64102F103BB8}"/>
              </a:ext>
            </a:extLst>
          </p:cNvPr>
          <p:cNvSpPr/>
          <p:nvPr/>
        </p:nvSpPr>
        <p:spPr>
          <a:xfrm>
            <a:off x="2043035" y="1221519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02E0439C-C085-BE3F-CFCE-8B2B6C58D70F}"/>
              </a:ext>
            </a:extLst>
          </p:cNvPr>
          <p:cNvSpPr/>
          <p:nvPr/>
        </p:nvSpPr>
        <p:spPr>
          <a:xfrm>
            <a:off x="3377065" y="1576990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0D7F862F-F5DB-6B02-DAE9-B9438CDD86C6}"/>
              </a:ext>
            </a:extLst>
          </p:cNvPr>
          <p:cNvSpPr/>
          <p:nvPr/>
        </p:nvSpPr>
        <p:spPr>
          <a:xfrm>
            <a:off x="3216380" y="1958020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3" action="ppaction://hlinksldjump"/>
            <a:extLst>
              <a:ext uri="{FF2B5EF4-FFF2-40B4-BE49-F238E27FC236}">
                <a16:creationId xmlns:a16="http://schemas.microsoft.com/office/drawing/2014/main" id="{1F4170F1-1175-56EC-41EA-35C2246C3423}"/>
              </a:ext>
            </a:extLst>
          </p:cNvPr>
          <p:cNvSpPr/>
          <p:nvPr/>
        </p:nvSpPr>
        <p:spPr>
          <a:xfrm>
            <a:off x="3583540" y="2293604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3" action="ppaction://hlinksldjump"/>
            <a:extLst>
              <a:ext uri="{FF2B5EF4-FFF2-40B4-BE49-F238E27FC236}">
                <a16:creationId xmlns:a16="http://schemas.microsoft.com/office/drawing/2014/main" id="{3F89386C-45C6-F12E-8830-7BF172A3FC6C}"/>
              </a:ext>
            </a:extLst>
          </p:cNvPr>
          <p:cNvSpPr/>
          <p:nvPr/>
        </p:nvSpPr>
        <p:spPr>
          <a:xfrm>
            <a:off x="3135157" y="267246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4" action="ppaction://hlinksldjump"/>
            <a:extLst>
              <a:ext uri="{FF2B5EF4-FFF2-40B4-BE49-F238E27FC236}">
                <a16:creationId xmlns:a16="http://schemas.microsoft.com/office/drawing/2014/main" id="{D626B4F4-04E8-4FCB-D9DE-8A47722C3735}"/>
              </a:ext>
            </a:extLst>
          </p:cNvPr>
          <p:cNvSpPr/>
          <p:nvPr/>
        </p:nvSpPr>
        <p:spPr>
          <a:xfrm>
            <a:off x="2798570" y="3056286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5" action="ppaction://hlinksldjump"/>
            <a:extLst>
              <a:ext uri="{FF2B5EF4-FFF2-40B4-BE49-F238E27FC236}">
                <a16:creationId xmlns:a16="http://schemas.microsoft.com/office/drawing/2014/main" id="{CFB542E9-3721-00E4-8E37-411FB43930FA}"/>
              </a:ext>
            </a:extLst>
          </p:cNvPr>
          <p:cNvSpPr/>
          <p:nvPr/>
        </p:nvSpPr>
        <p:spPr>
          <a:xfrm>
            <a:off x="2849808" y="3442889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6" action="ppaction://hlinksldjump"/>
            <a:extLst>
              <a:ext uri="{FF2B5EF4-FFF2-40B4-BE49-F238E27FC236}">
                <a16:creationId xmlns:a16="http://schemas.microsoft.com/office/drawing/2014/main" id="{D1D965BC-AB43-0EB1-098D-1D900019122E}"/>
              </a:ext>
            </a:extLst>
          </p:cNvPr>
          <p:cNvSpPr/>
          <p:nvPr/>
        </p:nvSpPr>
        <p:spPr>
          <a:xfrm>
            <a:off x="4389725" y="379557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0C3EDE46-E44F-7D40-5593-E39FF384D7B8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005CC30-EB7C-AD7B-A519-A7234223D755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7" action="ppaction://hlinksldjump"/>
            <a:extLst>
              <a:ext uri="{FF2B5EF4-FFF2-40B4-BE49-F238E27FC236}">
                <a16:creationId xmlns:a16="http://schemas.microsoft.com/office/drawing/2014/main" id="{E4B0D270-A95A-BA34-55C3-35694AB64DB4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03A76D8F-2A57-1C14-8853-538C150BA90A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9" action="ppaction://hlinksldjump"/>
            <a:extLst>
              <a:ext uri="{FF2B5EF4-FFF2-40B4-BE49-F238E27FC236}">
                <a16:creationId xmlns:a16="http://schemas.microsoft.com/office/drawing/2014/main" id="{162BFE1E-3EE6-315C-7AF9-B8D857C8145E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9B5F423-9701-3A1D-5546-D75591F965BC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4CCF7B91-D9A3-7C3F-F99B-054526EB6C71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5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276420FD-EDF4-BCF7-AD33-43F9C625A383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6" name="矩形 35">
            <a:hlinkClick r:id="rId10" action="ppaction://hlinksldjump"/>
            <a:extLst>
              <a:ext uri="{FF2B5EF4-FFF2-40B4-BE49-F238E27FC236}">
                <a16:creationId xmlns:a16="http://schemas.microsoft.com/office/drawing/2014/main" id="{B681F2C2-4C5F-4FE5-36B1-EF40B7B66B5E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8" action="ppaction://hlinksldjump"/>
            <a:extLst>
              <a:ext uri="{FF2B5EF4-FFF2-40B4-BE49-F238E27FC236}">
                <a16:creationId xmlns:a16="http://schemas.microsoft.com/office/drawing/2014/main" id="{39208012-E892-F278-A2FB-75449F691326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C99B492F-3742-E1D7-80CB-E7A9A835F882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2" action="ppaction://hlinksldjump"/>
            <a:extLst>
              <a:ext uri="{FF2B5EF4-FFF2-40B4-BE49-F238E27FC236}">
                <a16:creationId xmlns:a16="http://schemas.microsoft.com/office/drawing/2014/main" id="{75A58237-EFFB-9738-F2F2-AE19C9D18128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3" action="ppaction://hlinksldjump"/>
            <a:extLst>
              <a:ext uri="{FF2B5EF4-FFF2-40B4-BE49-F238E27FC236}">
                <a16:creationId xmlns:a16="http://schemas.microsoft.com/office/drawing/2014/main" id="{72D9D031-9BBC-3642-10E6-35A8FE9D767C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5841002C-92D6-E032-F4FF-2793F03580A4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4" action="ppaction://hlinksldjump"/>
            <a:extLst>
              <a:ext uri="{FF2B5EF4-FFF2-40B4-BE49-F238E27FC236}">
                <a16:creationId xmlns:a16="http://schemas.microsoft.com/office/drawing/2014/main" id="{739C0CB9-3E66-CE1C-CB20-390591431A8B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78D8B8F-4122-DCB2-FCD5-E7391F50C0C0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C43B2615-C714-ED1E-F933-8E1CC792AA75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6" name="矩形 45">
            <a:hlinkClick r:id="rId15" action="ppaction://hlinksldjump"/>
            <a:extLst>
              <a:ext uri="{FF2B5EF4-FFF2-40B4-BE49-F238E27FC236}">
                <a16:creationId xmlns:a16="http://schemas.microsoft.com/office/drawing/2014/main" id="{EC530E74-9F46-9714-5AE3-CBD254B2CA44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94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4331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Playback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494EB2-3463-92DC-D7A9-08EE731571CD}"/>
              </a:ext>
            </a:extLst>
          </p:cNvPr>
          <p:cNvSpPr txBox="1"/>
          <p:nvPr/>
        </p:nvSpPr>
        <p:spPr>
          <a:xfrm>
            <a:off x="83414" y="1163566"/>
            <a:ext cx="73665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須等相同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執行完才能執行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11.5-degree X-band station mask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只能至多選一個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site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要比後一個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早執行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5F6052FC-55F5-F0D4-6BDE-76838408E4E7}"/>
              </a:ext>
            </a:extLst>
          </p:cNvPr>
          <p:cNvSpPr/>
          <p:nvPr/>
        </p:nvSpPr>
        <p:spPr>
          <a:xfrm>
            <a:off x="3526925" y="297944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756C3168-A9DC-5333-A03E-C176880971BE}"/>
              </a:ext>
            </a:extLst>
          </p:cNvPr>
          <p:cNvSpPr/>
          <p:nvPr/>
        </p:nvSpPr>
        <p:spPr>
          <a:xfrm>
            <a:off x="3276000" y="3358747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3" action="ppaction://hlinksldjump"/>
            <a:extLst>
              <a:ext uri="{FF2B5EF4-FFF2-40B4-BE49-F238E27FC236}">
                <a16:creationId xmlns:a16="http://schemas.microsoft.com/office/drawing/2014/main" id="{964C26FD-B395-992F-E3BB-29F59B7E99CE}"/>
              </a:ext>
            </a:extLst>
          </p:cNvPr>
          <p:cNvSpPr/>
          <p:nvPr/>
        </p:nvSpPr>
        <p:spPr>
          <a:xfrm>
            <a:off x="3701318" y="3733710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3" action="ppaction://hlinksldjump"/>
            <a:extLst>
              <a:ext uri="{FF2B5EF4-FFF2-40B4-BE49-F238E27FC236}">
                <a16:creationId xmlns:a16="http://schemas.microsoft.com/office/drawing/2014/main" id="{9FD80E15-C31C-C26E-A739-59D0895A693F}"/>
              </a:ext>
            </a:extLst>
          </p:cNvPr>
          <p:cNvSpPr/>
          <p:nvPr/>
        </p:nvSpPr>
        <p:spPr>
          <a:xfrm>
            <a:off x="3269966" y="4077038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3" action="ppaction://hlinksldjump"/>
            <a:extLst>
              <a:ext uri="{FF2B5EF4-FFF2-40B4-BE49-F238E27FC236}">
                <a16:creationId xmlns:a16="http://schemas.microsoft.com/office/drawing/2014/main" id="{B7765DA1-E7A5-F7E8-1FA5-E76B8C14AD70}"/>
              </a:ext>
            </a:extLst>
          </p:cNvPr>
          <p:cNvSpPr/>
          <p:nvPr/>
        </p:nvSpPr>
        <p:spPr>
          <a:xfrm>
            <a:off x="2830938" y="4452001"/>
            <a:ext cx="234669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4" action="ppaction://hlinksldjump"/>
            <a:extLst>
              <a:ext uri="{FF2B5EF4-FFF2-40B4-BE49-F238E27FC236}">
                <a16:creationId xmlns:a16="http://schemas.microsoft.com/office/drawing/2014/main" id="{11BE03EC-F8C9-F31D-6A12-763CB106C4ED}"/>
              </a:ext>
            </a:extLst>
          </p:cNvPr>
          <p:cNvSpPr/>
          <p:nvPr/>
        </p:nvSpPr>
        <p:spPr>
          <a:xfrm>
            <a:off x="4772365" y="1164225"/>
            <a:ext cx="1717447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4" action="ppaction://hlinksldjump"/>
            <a:extLst>
              <a:ext uri="{FF2B5EF4-FFF2-40B4-BE49-F238E27FC236}">
                <a16:creationId xmlns:a16="http://schemas.microsoft.com/office/drawing/2014/main" id="{724D6778-11DB-DAED-CB2B-8C2A66CA6006}"/>
              </a:ext>
            </a:extLst>
          </p:cNvPr>
          <p:cNvSpPr/>
          <p:nvPr/>
        </p:nvSpPr>
        <p:spPr>
          <a:xfrm>
            <a:off x="4443311" y="1480825"/>
            <a:ext cx="2418735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4" action="ppaction://hlinksldjump"/>
            <a:extLst>
              <a:ext uri="{FF2B5EF4-FFF2-40B4-BE49-F238E27FC236}">
                <a16:creationId xmlns:a16="http://schemas.microsoft.com/office/drawing/2014/main" id="{A2189452-CE32-0387-5D5E-77AE05E8B0FD}"/>
              </a:ext>
            </a:extLst>
          </p:cNvPr>
          <p:cNvSpPr/>
          <p:nvPr/>
        </p:nvSpPr>
        <p:spPr>
          <a:xfrm>
            <a:off x="3233943" y="1884252"/>
            <a:ext cx="2418735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5" action="ppaction://hlinksldjump"/>
            <a:extLst>
              <a:ext uri="{FF2B5EF4-FFF2-40B4-BE49-F238E27FC236}">
                <a16:creationId xmlns:a16="http://schemas.microsoft.com/office/drawing/2014/main" id="{8CB252B4-ED28-5758-281D-220515EAB4C7}"/>
              </a:ext>
            </a:extLst>
          </p:cNvPr>
          <p:cNvSpPr/>
          <p:nvPr/>
        </p:nvSpPr>
        <p:spPr>
          <a:xfrm>
            <a:off x="3888049" y="2231534"/>
            <a:ext cx="1728607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6" action="ppaction://hlinksldjump"/>
            <a:extLst>
              <a:ext uri="{FF2B5EF4-FFF2-40B4-BE49-F238E27FC236}">
                <a16:creationId xmlns:a16="http://schemas.microsoft.com/office/drawing/2014/main" id="{40CA8CAB-780A-EF29-E492-69626A5B2A72}"/>
              </a:ext>
            </a:extLst>
          </p:cNvPr>
          <p:cNvSpPr/>
          <p:nvPr/>
        </p:nvSpPr>
        <p:spPr>
          <a:xfrm>
            <a:off x="2159442" y="2602316"/>
            <a:ext cx="2161705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Google Shape;230;p30">
            <a:extLst>
              <a:ext uri="{FF2B5EF4-FFF2-40B4-BE49-F238E27FC236}">
                <a16:creationId xmlns:a16="http://schemas.microsoft.com/office/drawing/2014/main" id="{B8EEA973-31CD-9F2B-E20D-5ECE3307D17D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AE2057A-95FA-389B-4177-C57CD78188A3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Google Shape;236;p30">
            <a:hlinkClick r:id="rId7" action="ppaction://hlinksldjump"/>
            <a:extLst>
              <a:ext uri="{FF2B5EF4-FFF2-40B4-BE49-F238E27FC236}">
                <a16:creationId xmlns:a16="http://schemas.microsoft.com/office/drawing/2014/main" id="{24152AA8-EC3C-3A85-DD8F-FC12B52B2E0E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87A6FB71-4E8E-FC24-992B-E74FC5F9A3B5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Google Shape;238;p30">
            <a:hlinkClick r:id="rId9" action="ppaction://hlinksldjump"/>
            <a:extLst>
              <a:ext uri="{FF2B5EF4-FFF2-40B4-BE49-F238E27FC236}">
                <a16:creationId xmlns:a16="http://schemas.microsoft.com/office/drawing/2014/main" id="{FB00CC30-679C-E4D1-7CD7-F3E93AB828DE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71E4B79-F156-943A-1D8A-E4EB0A318B82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C26BF193-9218-C121-029A-B58BFEE3394F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8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2AAE6FF0-1045-AD00-A0D0-08EE03B68CE4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FD7D5EF6-903D-AD2D-FE3D-5BFFA66A41D4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8" action="ppaction://hlinksldjump"/>
            <a:extLst>
              <a:ext uri="{FF2B5EF4-FFF2-40B4-BE49-F238E27FC236}">
                <a16:creationId xmlns:a16="http://schemas.microsoft.com/office/drawing/2014/main" id="{318D766E-12BA-7DBA-3115-355682AADBEB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hlinkClick r:id="rId11" action="ppaction://hlinksldjump"/>
            <a:extLst>
              <a:ext uri="{FF2B5EF4-FFF2-40B4-BE49-F238E27FC236}">
                <a16:creationId xmlns:a16="http://schemas.microsoft.com/office/drawing/2014/main" id="{E324E4CC-A659-BB05-A6BF-B55A2721AF30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2" action="ppaction://hlinksldjump"/>
            <a:extLst>
              <a:ext uri="{FF2B5EF4-FFF2-40B4-BE49-F238E27FC236}">
                <a16:creationId xmlns:a16="http://schemas.microsoft.com/office/drawing/2014/main" id="{E4C15A5D-F4CE-FB0A-9D0C-20B4053BFDEB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3" action="ppaction://hlinksldjump"/>
            <a:extLst>
              <a:ext uri="{FF2B5EF4-FFF2-40B4-BE49-F238E27FC236}">
                <a16:creationId xmlns:a16="http://schemas.microsoft.com/office/drawing/2014/main" id="{6F8F0346-354B-1C4A-140A-B94BD4D09706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3" action="ppaction://hlinksldjump"/>
            <a:extLst>
              <a:ext uri="{FF2B5EF4-FFF2-40B4-BE49-F238E27FC236}">
                <a16:creationId xmlns:a16="http://schemas.microsoft.com/office/drawing/2014/main" id="{154F5FA9-736D-6797-EF1C-440E2EE9C2C5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4" action="ppaction://hlinksldjump"/>
            <a:extLst>
              <a:ext uri="{FF2B5EF4-FFF2-40B4-BE49-F238E27FC236}">
                <a16:creationId xmlns:a16="http://schemas.microsoft.com/office/drawing/2014/main" id="{B234B232-A177-CDD1-E9F8-3202702737E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5035AE-3B57-4555-BBD1-012B8033A7E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8F1F6AF4-D272-0315-D413-31B1112CB593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5" action="ppaction://hlinksldjump"/>
            <a:extLst>
              <a:ext uri="{FF2B5EF4-FFF2-40B4-BE49-F238E27FC236}">
                <a16:creationId xmlns:a16="http://schemas.microsoft.com/office/drawing/2014/main" id="{4F22304D-6908-4E98-2425-C7995A7F2980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03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hlinkClick r:id="rId3" action="ppaction://hlinksldjump"/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4331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Delete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494EB2-3463-92DC-D7A9-08EE731571CD}"/>
              </a:ext>
            </a:extLst>
          </p:cNvPr>
          <p:cNvSpPr txBox="1"/>
          <p:nvPr/>
        </p:nvSpPr>
        <p:spPr>
          <a:xfrm>
            <a:off x="70858" y="1247471"/>
            <a:ext cx="829391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須等相同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執行完才能執行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統一將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設為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contact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後加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 sec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先發生的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hlinkClick r:id="rId4" action="ppaction://hlinksldjump"/>
            <a:extLst>
              <a:ext uri="{FF2B5EF4-FFF2-40B4-BE49-F238E27FC236}">
                <a16:creationId xmlns:a16="http://schemas.microsoft.com/office/drawing/2014/main" id="{6D1E4630-95C8-BECD-8768-62BF716CED62}"/>
              </a:ext>
            </a:extLst>
          </p:cNvPr>
          <p:cNvSpPr/>
          <p:nvPr/>
        </p:nvSpPr>
        <p:spPr>
          <a:xfrm>
            <a:off x="5624261" y="1237139"/>
            <a:ext cx="2411130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5" action="ppaction://hlinksldjump"/>
            <a:extLst>
              <a:ext uri="{FF2B5EF4-FFF2-40B4-BE49-F238E27FC236}">
                <a16:creationId xmlns:a16="http://schemas.microsoft.com/office/drawing/2014/main" id="{71117E63-28B8-ED6C-B443-8EA2FC17661E}"/>
              </a:ext>
            </a:extLst>
          </p:cNvPr>
          <p:cNvSpPr/>
          <p:nvPr/>
        </p:nvSpPr>
        <p:spPr>
          <a:xfrm>
            <a:off x="4217814" y="1591970"/>
            <a:ext cx="177029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5" action="ppaction://hlinksldjump"/>
            <a:extLst>
              <a:ext uri="{FF2B5EF4-FFF2-40B4-BE49-F238E27FC236}">
                <a16:creationId xmlns:a16="http://schemas.microsoft.com/office/drawing/2014/main" id="{54DFCBD2-06FC-4225-4FAA-6C08994014FD}"/>
              </a:ext>
            </a:extLst>
          </p:cNvPr>
          <p:cNvSpPr/>
          <p:nvPr/>
        </p:nvSpPr>
        <p:spPr>
          <a:xfrm>
            <a:off x="2447522" y="1981361"/>
            <a:ext cx="1671324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6" action="ppaction://hlinksldjump"/>
            <a:extLst>
              <a:ext uri="{FF2B5EF4-FFF2-40B4-BE49-F238E27FC236}">
                <a16:creationId xmlns:a16="http://schemas.microsoft.com/office/drawing/2014/main" id="{7F721F4B-035E-B070-D7BE-5771B8BDDEDB}"/>
              </a:ext>
            </a:extLst>
          </p:cNvPr>
          <p:cNvSpPr/>
          <p:nvPr/>
        </p:nvSpPr>
        <p:spPr>
          <a:xfrm>
            <a:off x="2807575" y="2325860"/>
            <a:ext cx="238751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7" action="ppaction://hlinksldjump"/>
            <a:extLst>
              <a:ext uri="{FF2B5EF4-FFF2-40B4-BE49-F238E27FC236}">
                <a16:creationId xmlns:a16="http://schemas.microsoft.com/office/drawing/2014/main" id="{382068C7-054F-F68B-A879-80E8951CE3C8}"/>
              </a:ext>
            </a:extLst>
          </p:cNvPr>
          <p:cNvSpPr/>
          <p:nvPr/>
        </p:nvSpPr>
        <p:spPr>
          <a:xfrm>
            <a:off x="2807575" y="2728956"/>
            <a:ext cx="238751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8" action="ppaction://hlinksldjump"/>
            <a:extLst>
              <a:ext uri="{FF2B5EF4-FFF2-40B4-BE49-F238E27FC236}">
                <a16:creationId xmlns:a16="http://schemas.microsoft.com/office/drawing/2014/main" id="{96738882-5577-665B-294E-9F2EC62D5604}"/>
              </a:ext>
            </a:extLst>
          </p:cNvPr>
          <p:cNvSpPr/>
          <p:nvPr/>
        </p:nvSpPr>
        <p:spPr>
          <a:xfrm>
            <a:off x="2089428" y="3083846"/>
            <a:ext cx="238751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Google Shape;230;p30">
            <a:extLst>
              <a:ext uri="{FF2B5EF4-FFF2-40B4-BE49-F238E27FC236}">
                <a16:creationId xmlns:a16="http://schemas.microsoft.com/office/drawing/2014/main" id="{C51C672E-BDFB-F012-DBBD-2F068E6DE363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1A5775E-53AF-2842-BDE4-A815A7599674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Google Shape;236;p30">
            <a:hlinkClick r:id="rId9" action="ppaction://hlinksldjump"/>
            <a:extLst>
              <a:ext uri="{FF2B5EF4-FFF2-40B4-BE49-F238E27FC236}">
                <a16:creationId xmlns:a16="http://schemas.microsoft.com/office/drawing/2014/main" id="{16B7FFFF-368C-66E1-BDDA-18FE7B318640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1653935D-F2C7-2777-4E86-7ABA15A6C972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Google Shape;238;p30">
            <a:hlinkClick r:id="rId3" action="ppaction://hlinksldjump"/>
            <a:extLst>
              <a:ext uri="{FF2B5EF4-FFF2-40B4-BE49-F238E27FC236}">
                <a16:creationId xmlns:a16="http://schemas.microsoft.com/office/drawing/2014/main" id="{55AED414-B4D7-83B0-16A9-CC4F549EB551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3FD2437-32DA-E869-D7E5-58BB546B9A4E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16C9935D-E8D7-D676-01EA-BAFC9FB6244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4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F586F8B4-E6B7-371B-AEF8-BA5099387AAF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5" name="矩形 34">
            <a:hlinkClick r:id="rId11" action="ppaction://hlinksldjump"/>
            <a:extLst>
              <a:ext uri="{FF2B5EF4-FFF2-40B4-BE49-F238E27FC236}">
                <a16:creationId xmlns:a16="http://schemas.microsoft.com/office/drawing/2014/main" id="{8F454389-1AE2-59C7-491C-61C15B9386C6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0" action="ppaction://hlinksldjump"/>
            <a:extLst>
              <a:ext uri="{FF2B5EF4-FFF2-40B4-BE49-F238E27FC236}">
                <a16:creationId xmlns:a16="http://schemas.microsoft.com/office/drawing/2014/main" id="{C5E7EC8A-4731-920B-C55F-8279E020B28E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hlinkClick r:id="rId12" action="ppaction://hlinksldjump"/>
            <a:extLst>
              <a:ext uri="{FF2B5EF4-FFF2-40B4-BE49-F238E27FC236}">
                <a16:creationId xmlns:a16="http://schemas.microsoft.com/office/drawing/2014/main" id="{A8AAB79C-4C49-5474-65E5-3285A666DE2C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13" action="ppaction://hlinksldjump"/>
            <a:extLst>
              <a:ext uri="{FF2B5EF4-FFF2-40B4-BE49-F238E27FC236}">
                <a16:creationId xmlns:a16="http://schemas.microsoft.com/office/drawing/2014/main" id="{3CE139BF-FF2D-EEAF-9E63-773AB7C136FE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4" action="ppaction://hlinksldjump"/>
            <a:extLst>
              <a:ext uri="{FF2B5EF4-FFF2-40B4-BE49-F238E27FC236}">
                <a16:creationId xmlns:a16="http://schemas.microsoft.com/office/drawing/2014/main" id="{E1160CCC-DCD7-5D31-8645-69A4D02C9E39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4" action="ppaction://hlinksldjump"/>
            <a:extLst>
              <a:ext uri="{FF2B5EF4-FFF2-40B4-BE49-F238E27FC236}">
                <a16:creationId xmlns:a16="http://schemas.microsoft.com/office/drawing/2014/main" id="{23978A7A-AE60-8B77-D63B-FE15908C78E5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5" action="ppaction://hlinksldjump"/>
            <a:extLst>
              <a:ext uri="{FF2B5EF4-FFF2-40B4-BE49-F238E27FC236}">
                <a16:creationId xmlns:a16="http://schemas.microsoft.com/office/drawing/2014/main" id="{7AD43AEA-4BA2-8D27-FEFF-E88E2F52135E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DF7D6C-D290-3468-30EE-D2A7475DCB87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CF9862EF-88E0-57D4-20CD-211E8E198C47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6" action="ppaction://hlinksldjump"/>
            <a:extLst>
              <a:ext uri="{FF2B5EF4-FFF2-40B4-BE49-F238E27FC236}">
                <a16:creationId xmlns:a16="http://schemas.microsoft.com/office/drawing/2014/main" id="{9C5C1698-20DF-434D-3CF3-C0F0B6606A51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897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819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Miscellaneous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494EB2-3463-92DC-D7A9-08EE731571CD}"/>
              </a:ext>
            </a:extLst>
          </p:cNvPr>
          <p:cNvSpPr txBox="1"/>
          <p:nvPr/>
        </p:nvSpPr>
        <p:spPr>
          <a:xfrm>
            <a:off x="79631" y="1237697"/>
            <a:ext cx="4286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無論如何皆執行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E23C2DD9-40EF-1B13-1D4B-D342CDD5D309}"/>
              </a:ext>
            </a:extLst>
          </p:cNvPr>
          <p:cNvSpPr/>
          <p:nvPr/>
        </p:nvSpPr>
        <p:spPr>
          <a:xfrm>
            <a:off x="1733392" y="1219921"/>
            <a:ext cx="1793533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Google Shape;230;p30">
            <a:extLst>
              <a:ext uri="{FF2B5EF4-FFF2-40B4-BE49-F238E27FC236}">
                <a16:creationId xmlns:a16="http://schemas.microsoft.com/office/drawing/2014/main" id="{B1AF3616-5861-601C-B80F-5C867503CE3F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362C49A-F6D6-F4BD-2F95-8DAAAF6E45BF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Google Shape;236;p30">
            <a:hlinkClick r:id="rId4" action="ppaction://hlinksldjump"/>
            <a:extLst>
              <a:ext uri="{FF2B5EF4-FFF2-40B4-BE49-F238E27FC236}">
                <a16:creationId xmlns:a16="http://schemas.microsoft.com/office/drawing/2014/main" id="{32F56E1F-0FC1-BC08-BFA5-17B3E41A513F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072EC5CB-8DB7-7080-7C2C-F394AF3FD0A5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Google Shape;238;p30">
            <a:hlinkClick r:id="rId6" action="ppaction://hlinksldjump"/>
            <a:extLst>
              <a:ext uri="{FF2B5EF4-FFF2-40B4-BE49-F238E27FC236}">
                <a16:creationId xmlns:a16="http://schemas.microsoft.com/office/drawing/2014/main" id="{BD1ACAB0-543D-5E42-D4B6-B7F42C222EEA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C04ED14-E3C0-82A4-448C-C1F8B4D91A3B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807593D4-E693-78E5-2BA7-D77621FFE392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E05D6E0B-666C-01EF-AFE1-EA2BBC93B736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0" name="矩形 29">
            <a:hlinkClick r:id="rId7" action="ppaction://hlinksldjump"/>
            <a:extLst>
              <a:ext uri="{FF2B5EF4-FFF2-40B4-BE49-F238E27FC236}">
                <a16:creationId xmlns:a16="http://schemas.microsoft.com/office/drawing/2014/main" id="{DC390B94-9B29-CBA3-07E4-FFA3AEBDC3F4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5" action="ppaction://hlinksldjump"/>
            <a:extLst>
              <a:ext uri="{FF2B5EF4-FFF2-40B4-BE49-F238E27FC236}">
                <a16:creationId xmlns:a16="http://schemas.microsoft.com/office/drawing/2014/main" id="{AC910684-A1E3-B4A3-8273-04A24C77F640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hlinkClick r:id="rId8" action="ppaction://hlinksldjump"/>
            <a:extLst>
              <a:ext uri="{FF2B5EF4-FFF2-40B4-BE49-F238E27FC236}">
                <a16:creationId xmlns:a16="http://schemas.microsoft.com/office/drawing/2014/main" id="{53B3F984-4D4D-1638-EAD5-06C5188F55B9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9" action="ppaction://hlinksldjump"/>
            <a:extLst>
              <a:ext uri="{FF2B5EF4-FFF2-40B4-BE49-F238E27FC236}">
                <a16:creationId xmlns:a16="http://schemas.microsoft.com/office/drawing/2014/main" id="{DCD761F3-498E-5455-169D-2C80A7B8AD4B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10" action="ppaction://hlinksldjump"/>
            <a:extLst>
              <a:ext uri="{FF2B5EF4-FFF2-40B4-BE49-F238E27FC236}">
                <a16:creationId xmlns:a16="http://schemas.microsoft.com/office/drawing/2014/main" id="{529A9563-CEBD-1EA2-51AE-6759F6B5EB87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0" action="ppaction://hlinksldjump"/>
            <a:extLst>
              <a:ext uri="{FF2B5EF4-FFF2-40B4-BE49-F238E27FC236}">
                <a16:creationId xmlns:a16="http://schemas.microsoft.com/office/drawing/2014/main" id="{EF9FE46A-E835-A096-0275-57C1D79F8791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1" action="ppaction://hlinksldjump"/>
            <a:extLst>
              <a:ext uri="{FF2B5EF4-FFF2-40B4-BE49-F238E27FC236}">
                <a16:creationId xmlns:a16="http://schemas.microsoft.com/office/drawing/2014/main" id="{DE6784F4-A071-D05B-ADAB-6CFD122D0A44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E63D48-CFEC-6E21-2381-420F38EB2090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B2633042-637C-25BF-C55D-15ABE80012F3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39" name="矩形 38">
            <a:hlinkClick r:id="rId12" action="ppaction://hlinksldjump"/>
            <a:extLst>
              <a:ext uri="{FF2B5EF4-FFF2-40B4-BE49-F238E27FC236}">
                <a16:creationId xmlns:a16="http://schemas.microsoft.com/office/drawing/2014/main" id="{AF28B1E7-FC84-DC7B-0FCF-D8C6054327B6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34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SPL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Procedure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90811" y="1231790"/>
            <a:ext cx="782552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eclipse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10-degree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S-band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station mask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5CD8822B-3379-6A9B-55A1-C3058998038A}"/>
              </a:ext>
            </a:extLst>
          </p:cNvPr>
          <p:cNvSpPr/>
          <p:nvPr/>
        </p:nvSpPr>
        <p:spPr>
          <a:xfrm>
            <a:off x="2656404" y="1237898"/>
            <a:ext cx="238751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4" action="ppaction://hlinksldjump"/>
            <a:extLst>
              <a:ext uri="{FF2B5EF4-FFF2-40B4-BE49-F238E27FC236}">
                <a16:creationId xmlns:a16="http://schemas.microsoft.com/office/drawing/2014/main" id="{1A64302C-767C-8347-33F3-3B1CEA51E352}"/>
              </a:ext>
            </a:extLst>
          </p:cNvPr>
          <p:cNvSpPr/>
          <p:nvPr/>
        </p:nvSpPr>
        <p:spPr>
          <a:xfrm>
            <a:off x="4317602" y="1549178"/>
            <a:ext cx="2387512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5" action="ppaction://hlinksldjump"/>
            <a:extLst>
              <a:ext uri="{FF2B5EF4-FFF2-40B4-BE49-F238E27FC236}">
                <a16:creationId xmlns:a16="http://schemas.microsoft.com/office/drawing/2014/main" id="{223D564D-FC0C-13BB-0871-04218B368F58}"/>
              </a:ext>
            </a:extLst>
          </p:cNvPr>
          <p:cNvSpPr/>
          <p:nvPr/>
        </p:nvSpPr>
        <p:spPr>
          <a:xfrm>
            <a:off x="2184488" y="1978916"/>
            <a:ext cx="2133114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5" action="ppaction://hlinksldjump"/>
            <a:extLst>
              <a:ext uri="{FF2B5EF4-FFF2-40B4-BE49-F238E27FC236}">
                <a16:creationId xmlns:a16="http://schemas.microsoft.com/office/drawing/2014/main" id="{F85FDC61-C80E-734F-AD21-DA9A1AA4AF66}"/>
              </a:ext>
            </a:extLst>
          </p:cNvPr>
          <p:cNvSpPr/>
          <p:nvPr/>
        </p:nvSpPr>
        <p:spPr>
          <a:xfrm>
            <a:off x="3316024" y="2313239"/>
            <a:ext cx="2133114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6E316152-1EE7-F144-8CEE-258E74534B1C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1734C05-A092-5DD6-90AB-14076D630E0F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14288933-5330-0879-F3C6-45806F7D9476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CF131298-BD56-2166-457C-2A559B8DDCC8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4A8720B3-4ABA-A525-507A-6FF7A10F69C7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4230AA3-E545-C367-3BBD-971527A60D4F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8C8431E3-0C62-5287-71D5-9A2A4EAA86EF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1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E461BEB2-9F22-9452-7894-ACD7466E1DBB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2" name="矩形 31">
            <a:hlinkClick r:id="rId9" action="ppaction://hlinksldjump"/>
            <a:extLst>
              <a:ext uri="{FF2B5EF4-FFF2-40B4-BE49-F238E27FC236}">
                <a16:creationId xmlns:a16="http://schemas.microsoft.com/office/drawing/2014/main" id="{FFB024AB-1E59-4245-DA2C-79F815F7C8A6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7" action="ppaction://hlinksldjump"/>
            <a:extLst>
              <a:ext uri="{FF2B5EF4-FFF2-40B4-BE49-F238E27FC236}">
                <a16:creationId xmlns:a16="http://schemas.microsoft.com/office/drawing/2014/main" id="{8984EF25-AF11-DAC9-B466-14A3AF4BC708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hlinkClick r:id="rId10" action="ppaction://hlinksldjump"/>
            <a:extLst>
              <a:ext uri="{FF2B5EF4-FFF2-40B4-BE49-F238E27FC236}">
                <a16:creationId xmlns:a16="http://schemas.microsoft.com/office/drawing/2014/main" id="{E0F1F4C7-BF2C-432C-B84E-021D2700567B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1" action="ppaction://hlinksldjump"/>
            <a:extLst>
              <a:ext uri="{FF2B5EF4-FFF2-40B4-BE49-F238E27FC236}">
                <a16:creationId xmlns:a16="http://schemas.microsoft.com/office/drawing/2014/main" id="{E2C81A3C-BC63-30B5-6B3C-33E12D876BB0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2" action="ppaction://hlinksldjump"/>
            <a:extLst>
              <a:ext uri="{FF2B5EF4-FFF2-40B4-BE49-F238E27FC236}">
                <a16:creationId xmlns:a16="http://schemas.microsoft.com/office/drawing/2014/main" id="{9CCF0E28-2FD2-084B-58D8-E8DC774B9521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2" action="ppaction://hlinksldjump"/>
            <a:extLst>
              <a:ext uri="{FF2B5EF4-FFF2-40B4-BE49-F238E27FC236}">
                <a16:creationId xmlns:a16="http://schemas.microsoft.com/office/drawing/2014/main" id="{74D64A88-AFB1-9B9F-6957-DA98C993C107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3" action="ppaction://hlinksldjump"/>
            <a:extLst>
              <a:ext uri="{FF2B5EF4-FFF2-40B4-BE49-F238E27FC236}">
                <a16:creationId xmlns:a16="http://schemas.microsoft.com/office/drawing/2014/main" id="{10B2F512-B39D-DA15-CA82-EAD347B5520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0BB8C6F-E16E-ECF5-0F95-9906291E89D9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8292F036-3467-03AD-8B9E-845B50ACCFC9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4" action="ppaction://hlinksldjump"/>
            <a:extLst>
              <a:ext uri="{FF2B5EF4-FFF2-40B4-BE49-F238E27FC236}">
                <a16:creationId xmlns:a16="http://schemas.microsoft.com/office/drawing/2014/main" id="{E319D683-D4AE-DACA-94A9-A42E2AB1431B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48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02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283595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SPL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Playback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9F36111-D908-C0BA-C8B2-745E5BA6E944}"/>
              </a:ext>
            </a:extLst>
          </p:cNvPr>
          <p:cNvSpPr txBox="1"/>
          <p:nvPr/>
        </p:nvSpPr>
        <p:spPr>
          <a:xfrm>
            <a:off x="158543" y="1307990"/>
            <a:ext cx="698732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S-band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的地面站接觸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Orbit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）至（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SPL_PBK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須等相同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執行完才能執行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參見限制式（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hlinkClick r:id="rId3" action="ppaction://hlinksldjump"/>
            <a:extLst>
              <a:ext uri="{FF2B5EF4-FFF2-40B4-BE49-F238E27FC236}">
                <a16:creationId xmlns:a16="http://schemas.microsoft.com/office/drawing/2014/main" id="{A235EC10-E9BC-E324-EE25-8B4F8851200E}"/>
              </a:ext>
            </a:extLst>
          </p:cNvPr>
          <p:cNvSpPr/>
          <p:nvPr/>
        </p:nvSpPr>
        <p:spPr>
          <a:xfrm>
            <a:off x="3405036" y="2015876"/>
            <a:ext cx="2133114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hlinkClick r:id="rId3" action="ppaction://hlinksldjump"/>
            <a:extLst>
              <a:ext uri="{FF2B5EF4-FFF2-40B4-BE49-F238E27FC236}">
                <a16:creationId xmlns:a16="http://schemas.microsoft.com/office/drawing/2014/main" id="{1749B5DF-D8B8-5CE8-9463-9B6CC52495BA}"/>
              </a:ext>
            </a:extLst>
          </p:cNvPr>
          <p:cNvSpPr/>
          <p:nvPr/>
        </p:nvSpPr>
        <p:spPr>
          <a:xfrm>
            <a:off x="2223599" y="1698989"/>
            <a:ext cx="2133114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hlinkClick r:id="rId4" action="ppaction://hlinksldjump"/>
            <a:extLst>
              <a:ext uri="{FF2B5EF4-FFF2-40B4-BE49-F238E27FC236}">
                <a16:creationId xmlns:a16="http://schemas.microsoft.com/office/drawing/2014/main" id="{CFA02460-7966-D984-E570-EB019A7A7572}"/>
              </a:ext>
            </a:extLst>
          </p:cNvPr>
          <p:cNvSpPr/>
          <p:nvPr/>
        </p:nvSpPr>
        <p:spPr>
          <a:xfrm>
            <a:off x="3289599" y="1296072"/>
            <a:ext cx="2326273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hlinkClick r:id="rId5" action="ppaction://hlinksldjump"/>
            <a:extLst>
              <a:ext uri="{FF2B5EF4-FFF2-40B4-BE49-F238E27FC236}">
                <a16:creationId xmlns:a16="http://schemas.microsoft.com/office/drawing/2014/main" id="{4A58A6BF-E3FE-9780-C8DA-5DAC4DB5905F}"/>
              </a:ext>
            </a:extLst>
          </p:cNvPr>
          <p:cNvSpPr/>
          <p:nvPr/>
        </p:nvSpPr>
        <p:spPr>
          <a:xfrm>
            <a:off x="4884872" y="2400106"/>
            <a:ext cx="1750598" cy="343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A59871BA-D18A-6EE1-8614-ED9261AC0026}"/>
              </a:ext>
            </a:extLst>
          </p:cNvPr>
          <p:cNvSpPr/>
          <p:nvPr/>
        </p:nvSpPr>
        <p:spPr>
          <a:xfrm>
            <a:off x="4155950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5719289-84CA-534D-F3CE-5E96E763A1F9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ED550540-F78A-39BE-E182-9D549B570BCC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F77F7738-0582-EA51-94D1-146EA9AB8AB0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076CAECE-1CFA-42D6-1F8D-F437F1ED512D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BFB0196-8146-F5E7-E53C-28C64FBA25CC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3479887D-B7BD-3D43-3F38-B3A85EFF36C2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1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1D1BCFFC-C173-95BD-4144-4F3B83F4114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2" name="矩形 31">
            <a:hlinkClick r:id="rId9" action="ppaction://hlinksldjump"/>
            <a:extLst>
              <a:ext uri="{FF2B5EF4-FFF2-40B4-BE49-F238E27FC236}">
                <a16:creationId xmlns:a16="http://schemas.microsoft.com/office/drawing/2014/main" id="{3E104133-F6F4-8EBF-BD42-086182615024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7" action="ppaction://hlinksldjump"/>
            <a:extLst>
              <a:ext uri="{FF2B5EF4-FFF2-40B4-BE49-F238E27FC236}">
                <a16:creationId xmlns:a16="http://schemas.microsoft.com/office/drawing/2014/main" id="{8B1B4DF2-8F89-C2B4-CBDA-87C75268BE46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hlinkClick r:id="rId10" action="ppaction://hlinksldjump"/>
            <a:extLst>
              <a:ext uri="{FF2B5EF4-FFF2-40B4-BE49-F238E27FC236}">
                <a16:creationId xmlns:a16="http://schemas.microsoft.com/office/drawing/2014/main" id="{355F4FEC-F961-D8B0-F319-DF0D0FCC6D6E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1" action="ppaction://hlinksldjump"/>
            <a:extLst>
              <a:ext uri="{FF2B5EF4-FFF2-40B4-BE49-F238E27FC236}">
                <a16:creationId xmlns:a16="http://schemas.microsoft.com/office/drawing/2014/main" id="{447F090B-E939-1787-D566-EF63934E956D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2" action="ppaction://hlinksldjump"/>
            <a:extLst>
              <a:ext uri="{FF2B5EF4-FFF2-40B4-BE49-F238E27FC236}">
                <a16:creationId xmlns:a16="http://schemas.microsoft.com/office/drawing/2014/main" id="{D7FA17B5-B9B9-8C96-D58B-5E820CAB9C7B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2" action="ppaction://hlinksldjump"/>
            <a:extLst>
              <a:ext uri="{FF2B5EF4-FFF2-40B4-BE49-F238E27FC236}">
                <a16:creationId xmlns:a16="http://schemas.microsoft.com/office/drawing/2014/main" id="{55FB4C06-0FEB-08F9-86F1-C0056D0EBD5D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3" action="ppaction://hlinksldjump"/>
            <a:extLst>
              <a:ext uri="{FF2B5EF4-FFF2-40B4-BE49-F238E27FC236}">
                <a16:creationId xmlns:a16="http://schemas.microsoft.com/office/drawing/2014/main" id="{7AD2F25B-1C1D-61BA-D8B5-5F142A1AF15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8898C93-9031-CCE3-50C5-886DA45DD9BA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8A2F9878-F5CD-FEA1-99CE-C19391E7E5E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4" action="ppaction://hlinksldjump"/>
            <a:extLst>
              <a:ext uri="{FF2B5EF4-FFF2-40B4-BE49-F238E27FC236}">
                <a16:creationId xmlns:a16="http://schemas.microsoft.com/office/drawing/2014/main" id="{CD5B7855-9C9C-3F66-34AD-448E13608173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143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3" y="532935"/>
            <a:ext cx="3700189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Monitoring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（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1/2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）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785274"/>
              </p:ext>
            </p:extLst>
          </p:nvPr>
        </p:nvGraphicFramePr>
        <p:xfrm>
          <a:off x="2214000" y="1290608"/>
          <a:ext cx="4716000" cy="370840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00:06:05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00:15:50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470879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01:43:48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01:51:54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77321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02:01:04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02:13:10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1" i="0" u="none" strike="noStrike">
                        <a:solidFill>
                          <a:srgbClr val="0088CC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03:36:26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03:46:51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1" i="0" u="none" strike="noStrike" dirty="0">
                        <a:solidFill>
                          <a:srgbClr val="0088CC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04:58:14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05:06:12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77334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06:34:20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06:43:56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77336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08:10:01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08:21:07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77339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4936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09:45:27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09:55:44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77342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8580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11:20:39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11:33:01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77344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16418623"/>
                  </a:ext>
                </a:extLst>
              </a:tr>
            </a:tbl>
          </a:graphicData>
        </a:graphic>
      </p:graphicFrame>
      <p:sp>
        <p:nvSpPr>
          <p:cNvPr id="3" name="Google Shape;230;p30">
            <a:extLst>
              <a:ext uri="{FF2B5EF4-FFF2-40B4-BE49-F238E27FC236}">
                <a16:creationId xmlns:a16="http://schemas.microsoft.com/office/drawing/2014/main" id="{4014A9A0-678A-B05B-7197-8843BE98B9A5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5064E0-2916-B031-BF4B-B9A6D26F8DA7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F15FF986-5A4B-93A3-47D7-4288FBE3BA9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7F0FA33E-4AEB-9E06-BD5E-72005C1A1C17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1F23A8CA-EDE0-5459-8169-343EC9ED0757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E15FE77-2E64-BD9C-7031-9290BA46A3D3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B620DD9C-62EC-69C7-BCDF-5A520E1EDBFA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8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9C2EF454-FE51-0DDD-9073-9F2081E25F4B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29" name="矩形 28">
            <a:hlinkClick r:id="rId6" action="ppaction://hlinksldjump"/>
            <a:extLst>
              <a:ext uri="{FF2B5EF4-FFF2-40B4-BE49-F238E27FC236}">
                <a16:creationId xmlns:a16="http://schemas.microsoft.com/office/drawing/2014/main" id="{2B26D875-4BFF-6C23-E6E4-26872B9BCC9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4" action="ppaction://hlinksldjump"/>
            <a:extLst>
              <a:ext uri="{FF2B5EF4-FFF2-40B4-BE49-F238E27FC236}">
                <a16:creationId xmlns:a16="http://schemas.microsoft.com/office/drawing/2014/main" id="{779749E6-452B-60A4-C731-5149652CBEA4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hlinkClick r:id="rId7" action="ppaction://hlinksldjump"/>
            <a:extLst>
              <a:ext uri="{FF2B5EF4-FFF2-40B4-BE49-F238E27FC236}">
                <a16:creationId xmlns:a16="http://schemas.microsoft.com/office/drawing/2014/main" id="{B562E115-8364-CE02-E489-BD0E0D896992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8" action="ppaction://hlinksldjump"/>
            <a:extLst>
              <a:ext uri="{FF2B5EF4-FFF2-40B4-BE49-F238E27FC236}">
                <a16:creationId xmlns:a16="http://schemas.microsoft.com/office/drawing/2014/main" id="{35DF023B-5B4C-F1BC-0FF1-80269C05315F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9" action="ppaction://hlinksldjump"/>
            <a:extLst>
              <a:ext uri="{FF2B5EF4-FFF2-40B4-BE49-F238E27FC236}">
                <a16:creationId xmlns:a16="http://schemas.microsoft.com/office/drawing/2014/main" id="{66A3FC3B-A101-CD2D-2A10-C0E719693DB4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9" action="ppaction://hlinksldjump"/>
            <a:extLst>
              <a:ext uri="{FF2B5EF4-FFF2-40B4-BE49-F238E27FC236}">
                <a16:creationId xmlns:a16="http://schemas.microsoft.com/office/drawing/2014/main" id="{925DB740-2ED6-09CC-E4BF-4E2009CC1B77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0" action="ppaction://hlinksldjump"/>
            <a:extLst>
              <a:ext uri="{FF2B5EF4-FFF2-40B4-BE49-F238E27FC236}">
                <a16:creationId xmlns:a16="http://schemas.microsoft.com/office/drawing/2014/main" id="{09AC83F4-C805-9B18-0F25-833459C90CD6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28BDA9C-9D50-BE1B-4391-4AF79256A45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CCFF7403-4163-8BE9-E3FB-23548DF42BE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38" name="矩形 37">
            <a:hlinkClick r:id="rId11" action="ppaction://hlinksldjump"/>
            <a:extLst>
              <a:ext uri="{FF2B5EF4-FFF2-40B4-BE49-F238E27FC236}">
                <a16:creationId xmlns:a16="http://schemas.microsoft.com/office/drawing/2014/main" id="{BA699251-49E0-F551-1595-F901497D1CDB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70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63877"/>
              </p:ext>
            </p:extLst>
          </p:nvPr>
        </p:nvGraphicFramePr>
        <p:xfrm>
          <a:off x="2398661" y="1406084"/>
          <a:ext cx="4752000" cy="333756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id</a:t>
                      </a:r>
                      <a:endParaRPr lang="zh-TW" altLang="en-US" sz="12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12:55:37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13:07:56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77346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14:11:46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14:24:30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1" i="0" u="none" strike="noStrike" dirty="0">
                        <a:solidFill>
                          <a:srgbClr val="0088CC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470889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14:30:20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14:42:30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16:04:52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16:17:02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17:39:25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17:51:44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19:14:17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19:26:41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470893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20:49:50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21:01:52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77362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4936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470894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22:26:01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22:37:16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77365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85800101"/>
                  </a:ext>
                </a:extLst>
              </a:tr>
            </a:tbl>
          </a:graphicData>
        </a:graphic>
      </p:graphicFrame>
      <p:sp>
        <p:nvSpPr>
          <p:cNvPr id="25" name="Google Shape;3042;p38">
            <a:extLst>
              <a:ext uri="{FF2B5EF4-FFF2-40B4-BE49-F238E27FC236}">
                <a16:creationId xmlns:a16="http://schemas.microsoft.com/office/drawing/2014/main" id="{ED2B3958-98DE-9FAB-029C-DF1ED7E27586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030;p38">
            <a:extLst>
              <a:ext uri="{FF2B5EF4-FFF2-40B4-BE49-F238E27FC236}">
                <a16:creationId xmlns:a16="http://schemas.microsoft.com/office/drawing/2014/main" id="{F4B56070-4988-0A06-4329-368165C5A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3" y="532935"/>
            <a:ext cx="3700189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Monitoring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（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2/2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）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7" name="Google Shape;230;p30">
            <a:extLst>
              <a:ext uri="{FF2B5EF4-FFF2-40B4-BE49-F238E27FC236}">
                <a16:creationId xmlns:a16="http://schemas.microsoft.com/office/drawing/2014/main" id="{8BC05D8B-A22C-7B02-7683-D8588B6FCE79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A29B4DC-E102-6EA5-B47C-CE3D9A9C3C8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952B53C2-87B9-9603-B5C6-90634F49159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01F5B1FF-005A-CA91-138E-7C09136AE9F4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7D9B194C-47F7-792B-2C64-011966D16259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CF37AAB-0D88-E147-6D70-61D04CF48C2D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EF5600D4-1EA1-6B4C-C3CC-8D129E54F240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4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D4BE7988-4AEF-7E0C-4ADB-DE8BA94E36B8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5" name="矩形 34">
            <a:hlinkClick r:id="rId6" action="ppaction://hlinksldjump"/>
            <a:extLst>
              <a:ext uri="{FF2B5EF4-FFF2-40B4-BE49-F238E27FC236}">
                <a16:creationId xmlns:a16="http://schemas.microsoft.com/office/drawing/2014/main" id="{AEA6DF80-A078-F136-B77A-ACAF1ADF7117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4" action="ppaction://hlinksldjump"/>
            <a:extLst>
              <a:ext uri="{FF2B5EF4-FFF2-40B4-BE49-F238E27FC236}">
                <a16:creationId xmlns:a16="http://schemas.microsoft.com/office/drawing/2014/main" id="{06534A49-100B-2D1D-D864-12D3628F1BA2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hlinkClick r:id="rId7" action="ppaction://hlinksldjump"/>
            <a:extLst>
              <a:ext uri="{FF2B5EF4-FFF2-40B4-BE49-F238E27FC236}">
                <a16:creationId xmlns:a16="http://schemas.microsoft.com/office/drawing/2014/main" id="{6102F905-E564-12C9-EA6D-147A3F33F72B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8" action="ppaction://hlinksldjump"/>
            <a:extLst>
              <a:ext uri="{FF2B5EF4-FFF2-40B4-BE49-F238E27FC236}">
                <a16:creationId xmlns:a16="http://schemas.microsoft.com/office/drawing/2014/main" id="{EBCDD623-D974-E705-2BA0-E88D66D51100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9" action="ppaction://hlinksldjump"/>
            <a:extLst>
              <a:ext uri="{FF2B5EF4-FFF2-40B4-BE49-F238E27FC236}">
                <a16:creationId xmlns:a16="http://schemas.microsoft.com/office/drawing/2014/main" id="{D239C0B0-296A-2D8C-F1F6-AFE0E1F7E7E1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9" action="ppaction://hlinksldjump"/>
            <a:extLst>
              <a:ext uri="{FF2B5EF4-FFF2-40B4-BE49-F238E27FC236}">
                <a16:creationId xmlns:a16="http://schemas.microsoft.com/office/drawing/2014/main" id="{BD186E0F-F551-E227-F9D3-50FACF9A7430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0" action="ppaction://hlinksldjump"/>
            <a:extLst>
              <a:ext uri="{FF2B5EF4-FFF2-40B4-BE49-F238E27FC236}">
                <a16:creationId xmlns:a16="http://schemas.microsoft.com/office/drawing/2014/main" id="{BB157466-AE1C-DE01-0991-8D77CB29D526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BCFB3CC-D8F2-F90E-F0F4-A2A3CCBBDFC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4AF92075-0984-FBC6-55F5-C0A5B6DEC217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1" action="ppaction://hlinksldjump"/>
            <a:extLst>
              <a:ext uri="{FF2B5EF4-FFF2-40B4-BE49-F238E27FC236}">
                <a16:creationId xmlns:a16="http://schemas.microsoft.com/office/drawing/2014/main" id="{BB3C9654-41CE-8399-F081-BB31EE66BDB6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50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997462"/>
              </p:ext>
            </p:extLst>
          </p:nvPr>
        </p:nvGraphicFramePr>
        <p:xfrm>
          <a:off x="198000" y="1545474"/>
          <a:ext cx="8748000" cy="268224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96271263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2473729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2956198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700945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pan2 </a:t>
                      </a:r>
                    </a:p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ms2 </a:t>
                      </a:r>
                    </a:p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ms3 </a:t>
                      </a:r>
                    </a:p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15:07:52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15:08:10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15:13:00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15:13:12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15:16:06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15:16:30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15:18:41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15:18:53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15:19:44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15:19:59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15:37:20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15:37:32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</a:tbl>
          </a:graphicData>
        </a:graphic>
      </p:graphicFrame>
      <p:sp>
        <p:nvSpPr>
          <p:cNvPr id="6" name="Google Shape;3030;p38">
            <a:extLst>
              <a:ext uri="{FF2B5EF4-FFF2-40B4-BE49-F238E27FC236}">
                <a16:creationId xmlns:a16="http://schemas.microsoft.com/office/drawing/2014/main" id="{BE863759-9C05-0E7A-5AB7-07EDD4955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21172" y="532935"/>
            <a:ext cx="3700189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RSI_REC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0CC4347C-770F-159F-DA36-41CDAF392BBF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30;p30">
            <a:extLst>
              <a:ext uri="{FF2B5EF4-FFF2-40B4-BE49-F238E27FC236}">
                <a16:creationId xmlns:a16="http://schemas.microsoft.com/office/drawing/2014/main" id="{BAA30A4F-7498-B253-676D-4C8638CBAEA6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6A13C5-B713-BE71-5FCF-AB3116C030B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B386DEBF-6BD8-8F63-314F-F95FF09D66B9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D7346120-3862-140F-D033-EE7624F741C6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E6629725-7182-39F0-37C0-AA7578864933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5C6B818-EFA6-23F3-EB1B-7ECE6A329DF1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9E351065-E104-4808-3C44-97653C01B869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2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3E2B0A61-DF4D-72E4-50C1-14D7E2CD8A7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3" name="矩形 32">
            <a:hlinkClick r:id="rId6" action="ppaction://hlinksldjump"/>
            <a:extLst>
              <a:ext uri="{FF2B5EF4-FFF2-40B4-BE49-F238E27FC236}">
                <a16:creationId xmlns:a16="http://schemas.microsoft.com/office/drawing/2014/main" id="{B63E056B-3DD2-E8D1-3979-39DBD943ABB6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4" action="ppaction://hlinksldjump"/>
            <a:extLst>
              <a:ext uri="{FF2B5EF4-FFF2-40B4-BE49-F238E27FC236}">
                <a16:creationId xmlns:a16="http://schemas.microsoft.com/office/drawing/2014/main" id="{7FF0E3CC-7056-F788-04D8-C65EB6906A92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hlinkClick r:id="rId7" action="ppaction://hlinksldjump"/>
            <a:extLst>
              <a:ext uri="{FF2B5EF4-FFF2-40B4-BE49-F238E27FC236}">
                <a16:creationId xmlns:a16="http://schemas.microsoft.com/office/drawing/2014/main" id="{797D6637-5DEF-A42D-D8B0-0FA23D20BA1E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8" action="ppaction://hlinksldjump"/>
            <a:extLst>
              <a:ext uri="{FF2B5EF4-FFF2-40B4-BE49-F238E27FC236}">
                <a16:creationId xmlns:a16="http://schemas.microsoft.com/office/drawing/2014/main" id="{49DE246F-6080-19E6-42A0-5CE47D67A581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9" action="ppaction://hlinksldjump"/>
            <a:extLst>
              <a:ext uri="{FF2B5EF4-FFF2-40B4-BE49-F238E27FC236}">
                <a16:creationId xmlns:a16="http://schemas.microsoft.com/office/drawing/2014/main" id="{BE18002A-4041-67E4-8B64-C85C22E1DA0A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D1A10DCA-E1B5-1B2C-CF4E-117F7D767030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9E10D2F4-3EA8-6EAA-F858-E8844567E1C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E1B8928-AC80-9756-0CA0-83ACB0F0C3B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7CED7303-BE4E-DFE1-D008-6EA10E581070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1" action="ppaction://hlinksldjump"/>
            <a:extLst>
              <a:ext uri="{FF2B5EF4-FFF2-40B4-BE49-F238E27FC236}">
                <a16:creationId xmlns:a16="http://schemas.microsoft.com/office/drawing/2014/main" id="{C573A3F3-B22B-615B-0EE7-9AD3FC9788C9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18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138108"/>
              </p:ext>
            </p:extLst>
          </p:nvPr>
        </p:nvGraphicFramePr>
        <p:xfrm>
          <a:off x="1781613" y="1290608"/>
          <a:ext cx="4752000" cy="370840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16:07:59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246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81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16:08:57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25874410"/>
                  </a:ext>
                </a:extLst>
              </a:tr>
            </a:tbl>
          </a:graphicData>
        </a:graphic>
      </p:graphicFrame>
      <p:sp>
        <p:nvSpPr>
          <p:cNvPr id="7" name="Google Shape;3030;p38">
            <a:extLst>
              <a:ext uri="{FF2B5EF4-FFF2-40B4-BE49-F238E27FC236}">
                <a16:creationId xmlns:a16="http://schemas.microsoft.com/office/drawing/2014/main" id="{00320DAD-D264-7080-8F72-2179643523DC}"/>
              </a:ext>
            </a:extLst>
          </p:cNvPr>
          <p:cNvSpPr txBox="1">
            <a:spLocks/>
          </p:cNvSpPr>
          <p:nvPr/>
        </p:nvSpPr>
        <p:spPr>
          <a:xfrm>
            <a:off x="-3817" y="532935"/>
            <a:ext cx="370018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RSI_PBK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（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1/2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）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5" name="Google Shape;3042;p38">
            <a:extLst>
              <a:ext uri="{FF2B5EF4-FFF2-40B4-BE49-F238E27FC236}">
                <a16:creationId xmlns:a16="http://schemas.microsoft.com/office/drawing/2014/main" id="{C559E89B-A817-076F-DBD1-EC538F88547D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30;p30">
            <a:extLst>
              <a:ext uri="{FF2B5EF4-FFF2-40B4-BE49-F238E27FC236}">
                <a16:creationId xmlns:a16="http://schemas.microsoft.com/office/drawing/2014/main" id="{9F3276ED-3B2F-8A0B-21EE-6B526ABBC153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EABBA78-B790-7438-8FBE-05474319681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7025B539-4B36-1EB0-E872-E93F0A6256D7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768F619F-4C71-3938-28BC-D0A966B124F2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ABA19676-DE9B-7B22-C5A7-1C42E47EE7D7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943662-8C72-DA13-DC75-FF754359E5B9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2B7EEAC3-BC5C-5914-D300-375D00A52D65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19943872-E041-2236-C14B-F65AC07C48F7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6" action="ppaction://hlinksldjump"/>
            <a:extLst>
              <a:ext uri="{FF2B5EF4-FFF2-40B4-BE49-F238E27FC236}">
                <a16:creationId xmlns:a16="http://schemas.microsoft.com/office/drawing/2014/main" id="{24C1A53C-1506-5B56-26FB-E94F1CE2F061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4" action="ppaction://hlinksldjump"/>
            <a:extLst>
              <a:ext uri="{FF2B5EF4-FFF2-40B4-BE49-F238E27FC236}">
                <a16:creationId xmlns:a16="http://schemas.microsoft.com/office/drawing/2014/main" id="{E29F5232-0174-3DCB-2CB5-55DAF9D2021B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7" action="ppaction://hlinksldjump"/>
            <a:extLst>
              <a:ext uri="{FF2B5EF4-FFF2-40B4-BE49-F238E27FC236}">
                <a16:creationId xmlns:a16="http://schemas.microsoft.com/office/drawing/2014/main" id="{576F3436-A46F-B9A3-89EB-A657A23E99AC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8" action="ppaction://hlinksldjump"/>
            <a:extLst>
              <a:ext uri="{FF2B5EF4-FFF2-40B4-BE49-F238E27FC236}">
                <a16:creationId xmlns:a16="http://schemas.microsoft.com/office/drawing/2014/main" id="{CE3068F3-B62C-A295-3340-A2C7FAC8BD42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C670A319-E7A1-0292-4EED-578C4AD6024A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9" action="ppaction://hlinksldjump"/>
            <a:extLst>
              <a:ext uri="{FF2B5EF4-FFF2-40B4-BE49-F238E27FC236}">
                <a16:creationId xmlns:a16="http://schemas.microsoft.com/office/drawing/2014/main" id="{9E3FA23A-670F-FADB-1C4C-55773597AD7A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0" action="ppaction://hlinksldjump"/>
            <a:extLst>
              <a:ext uri="{FF2B5EF4-FFF2-40B4-BE49-F238E27FC236}">
                <a16:creationId xmlns:a16="http://schemas.microsoft.com/office/drawing/2014/main" id="{E391E3DA-E3E6-E99B-B9D3-9C21A6330EB5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8B02A40-75A5-BB4D-1B9E-888EF80FC8D7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B68DB322-A362-D280-85D5-25CED200CD1C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3" name="矩形 42">
            <a:hlinkClick r:id="rId11" action="ppaction://hlinksldjump"/>
            <a:extLst>
              <a:ext uri="{FF2B5EF4-FFF2-40B4-BE49-F238E27FC236}">
                <a16:creationId xmlns:a16="http://schemas.microsoft.com/office/drawing/2014/main" id="{F78BA47F-5FBF-A66D-7657-EFFD8B2197FF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110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56038"/>
              </p:ext>
            </p:extLst>
          </p:nvPr>
        </p:nvGraphicFramePr>
        <p:xfrm>
          <a:off x="1781613" y="1548857"/>
          <a:ext cx="4752000" cy="259588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16:09:56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16:10:07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16:10:07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16:10:20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77355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</a:tbl>
          </a:graphicData>
        </a:graphic>
      </p:graphicFrame>
      <p:sp>
        <p:nvSpPr>
          <p:cNvPr id="6" name="Google Shape;3030;p38">
            <a:extLst>
              <a:ext uri="{FF2B5EF4-FFF2-40B4-BE49-F238E27FC236}">
                <a16:creationId xmlns:a16="http://schemas.microsoft.com/office/drawing/2014/main" id="{DD0E9297-622F-390D-ACA9-E54751E60FC9}"/>
              </a:ext>
            </a:extLst>
          </p:cNvPr>
          <p:cNvSpPr txBox="1">
            <a:spLocks/>
          </p:cNvSpPr>
          <p:nvPr/>
        </p:nvSpPr>
        <p:spPr>
          <a:xfrm>
            <a:off x="-3817" y="532935"/>
            <a:ext cx="370018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RSI_PBK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（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2/2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）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2823D1AE-99AC-86EF-0DF9-8320F8787D9E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30;p30">
            <a:extLst>
              <a:ext uri="{FF2B5EF4-FFF2-40B4-BE49-F238E27FC236}">
                <a16:creationId xmlns:a16="http://schemas.microsoft.com/office/drawing/2014/main" id="{AA7353CD-8D13-55D2-4C2B-E4F702952521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91C4902-A19F-84BD-9139-EF8ADF61B645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41D7BB59-168C-EDCD-0D25-04F35E4C25B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2199E2F1-5A6B-6F9F-21F9-380B840F88EE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C9E01E3D-CF4A-0A8D-1A74-FFDB8C499CBA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3E6D750-3722-14DB-56E6-765C1F7EC30A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F936DD29-9AAA-5DFD-1892-1AB9F1680193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2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023F91C5-30AF-B0AC-ACC6-759AB69D7F52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3" name="矩形 32">
            <a:hlinkClick r:id="rId6" action="ppaction://hlinksldjump"/>
            <a:extLst>
              <a:ext uri="{FF2B5EF4-FFF2-40B4-BE49-F238E27FC236}">
                <a16:creationId xmlns:a16="http://schemas.microsoft.com/office/drawing/2014/main" id="{EC039A71-08C2-F135-5419-368862CCD163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4" action="ppaction://hlinksldjump"/>
            <a:extLst>
              <a:ext uri="{FF2B5EF4-FFF2-40B4-BE49-F238E27FC236}">
                <a16:creationId xmlns:a16="http://schemas.microsoft.com/office/drawing/2014/main" id="{B559803E-3D42-216E-8929-472C0C70CA1A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hlinkClick r:id="rId7" action="ppaction://hlinksldjump"/>
            <a:extLst>
              <a:ext uri="{FF2B5EF4-FFF2-40B4-BE49-F238E27FC236}">
                <a16:creationId xmlns:a16="http://schemas.microsoft.com/office/drawing/2014/main" id="{33533635-2E05-0390-F8E7-BE279AF79A6A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8" action="ppaction://hlinksldjump"/>
            <a:extLst>
              <a:ext uri="{FF2B5EF4-FFF2-40B4-BE49-F238E27FC236}">
                <a16:creationId xmlns:a16="http://schemas.microsoft.com/office/drawing/2014/main" id="{503B863C-F82D-37F3-341A-3F9C985BE0DE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9" action="ppaction://hlinksldjump"/>
            <a:extLst>
              <a:ext uri="{FF2B5EF4-FFF2-40B4-BE49-F238E27FC236}">
                <a16:creationId xmlns:a16="http://schemas.microsoft.com/office/drawing/2014/main" id="{FDC49354-4582-003F-A760-264038640FFF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9FBC59A7-CDA6-7208-EF90-893D6CABCFC6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0CE14F96-F0DB-FD59-61CA-8C92DF5A4AD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4AC3DC5-7245-C4E9-4068-CE52F9183BE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802AA5AA-235D-0131-F4AC-3D3FC80CF86B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1" action="ppaction://hlinksldjump"/>
            <a:extLst>
              <a:ext uri="{FF2B5EF4-FFF2-40B4-BE49-F238E27FC236}">
                <a16:creationId xmlns:a16="http://schemas.microsoft.com/office/drawing/2014/main" id="{5508ADBD-5E82-AD8E-A114-84CD92868E85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977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C53986-FCDE-1073-6B46-720CDB801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314067"/>
              </p:ext>
            </p:extLst>
          </p:nvPr>
        </p:nvGraphicFramePr>
        <p:xfrm>
          <a:off x="1654904" y="1584213"/>
          <a:ext cx="4932000" cy="259588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1506822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1844989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13602243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104101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time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time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recorder delta</a:t>
                      </a:r>
                      <a:endParaRPr lang="zh-TW" alt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9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-45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52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-47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49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77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4581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16:14:53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-56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470947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16:14:53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2023/3/25 16:14:55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1" i="0" u="none" strike="noStrike" dirty="0">
                          <a:solidFill>
                            <a:srgbClr val="0088CC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9071695"/>
                  </a:ext>
                </a:extLst>
              </a:tr>
            </a:tbl>
          </a:graphicData>
        </a:graphic>
      </p:graphicFrame>
      <p:sp>
        <p:nvSpPr>
          <p:cNvPr id="6" name="Google Shape;3030;p38">
            <a:extLst>
              <a:ext uri="{FF2B5EF4-FFF2-40B4-BE49-F238E27FC236}">
                <a16:creationId xmlns:a16="http://schemas.microsoft.com/office/drawing/2014/main" id="{47EB4C63-7F15-7BC5-EC41-79D04CE9E539}"/>
              </a:ext>
            </a:extLst>
          </p:cNvPr>
          <p:cNvSpPr txBox="1">
            <a:spLocks/>
          </p:cNvSpPr>
          <p:nvPr/>
        </p:nvSpPr>
        <p:spPr>
          <a:xfrm>
            <a:off x="-3817" y="532935"/>
            <a:ext cx="370018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初步結果呈現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RSI_DEL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07E170E5-D85F-9A17-1387-CA69D4DCC768}"/>
              </a:ext>
            </a:extLst>
          </p:cNvPr>
          <p:cNvSpPr/>
          <p:nvPr/>
        </p:nvSpPr>
        <p:spPr>
          <a:xfrm>
            <a:off x="0" y="1024974"/>
            <a:ext cx="367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30;p30">
            <a:extLst>
              <a:ext uri="{FF2B5EF4-FFF2-40B4-BE49-F238E27FC236}">
                <a16:creationId xmlns:a16="http://schemas.microsoft.com/office/drawing/2014/main" id="{6CE365EB-A64E-ECCD-A4DA-40E89AE31FB4}"/>
              </a:ext>
            </a:extLst>
          </p:cNvPr>
          <p:cNvSpPr/>
          <p:nvPr/>
        </p:nvSpPr>
        <p:spPr>
          <a:xfrm>
            <a:off x="5167784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E90B93D-EF6F-89A4-AFE4-F376B5659B6A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EF2A9C6C-513A-F221-D781-5D7042721B0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42B37673-A261-3E83-7E83-996EEAE422E2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F8BF3B56-0BE6-1898-C9E7-66A22280F961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789A223-A074-350B-E703-F01CDBC402D2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05B82A3B-F649-FF9A-5956-257957223DA7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2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783E1A17-8FD0-1DF0-3B44-B7583A047897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3" name="矩形 32">
            <a:hlinkClick r:id="rId6" action="ppaction://hlinksldjump"/>
            <a:extLst>
              <a:ext uri="{FF2B5EF4-FFF2-40B4-BE49-F238E27FC236}">
                <a16:creationId xmlns:a16="http://schemas.microsoft.com/office/drawing/2014/main" id="{B1F58C78-4FEB-721D-FCDD-D45D97FE5B40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4" action="ppaction://hlinksldjump"/>
            <a:extLst>
              <a:ext uri="{FF2B5EF4-FFF2-40B4-BE49-F238E27FC236}">
                <a16:creationId xmlns:a16="http://schemas.microsoft.com/office/drawing/2014/main" id="{AFFE023C-9293-090B-B1DB-73FE1F35E877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hlinkClick r:id="rId7" action="ppaction://hlinksldjump"/>
            <a:extLst>
              <a:ext uri="{FF2B5EF4-FFF2-40B4-BE49-F238E27FC236}">
                <a16:creationId xmlns:a16="http://schemas.microsoft.com/office/drawing/2014/main" id="{F9D0CF91-5EF5-8E80-CC06-09A1DE10D909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8" action="ppaction://hlinksldjump"/>
            <a:extLst>
              <a:ext uri="{FF2B5EF4-FFF2-40B4-BE49-F238E27FC236}">
                <a16:creationId xmlns:a16="http://schemas.microsoft.com/office/drawing/2014/main" id="{FA43A1DF-5D6E-4B12-48D1-86436A2A0135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9" action="ppaction://hlinksldjump"/>
            <a:extLst>
              <a:ext uri="{FF2B5EF4-FFF2-40B4-BE49-F238E27FC236}">
                <a16:creationId xmlns:a16="http://schemas.microsoft.com/office/drawing/2014/main" id="{4ABC1F24-02F7-5D0C-FBC9-FB81DDA445B7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69CC6A61-CB22-2C9E-8D92-DAAFDD64C373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84E6A82D-172F-DD77-F95D-818FCF890C6F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7CB559-97F7-E234-3AAF-92FE25554ED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A7962356-A3AF-12A1-C0EE-86F74CCD90A3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1" action="ppaction://hlinksldjump"/>
            <a:extLst>
              <a:ext uri="{FF2B5EF4-FFF2-40B4-BE49-F238E27FC236}">
                <a16:creationId xmlns:a16="http://schemas.microsoft.com/office/drawing/2014/main" id="{760B7C9B-CE11-E30F-560A-8ACD68B94DB1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433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42;p38">
            <a:extLst>
              <a:ext uri="{FF2B5EF4-FFF2-40B4-BE49-F238E27FC236}">
                <a16:creationId xmlns:a16="http://schemas.microsoft.com/office/drawing/2014/main" id="{E70F0769-4BCA-B6C2-5CC7-B98D828D31EC}"/>
              </a:ext>
            </a:extLst>
          </p:cNvPr>
          <p:cNvSpPr/>
          <p:nvPr/>
        </p:nvSpPr>
        <p:spPr>
          <a:xfrm>
            <a:off x="0" y="1024974"/>
            <a:ext cx="338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030;p38">
            <a:extLst>
              <a:ext uri="{FF2B5EF4-FFF2-40B4-BE49-F238E27FC236}">
                <a16:creationId xmlns:a16="http://schemas.microsoft.com/office/drawing/2014/main" id="{635CD30C-2372-EDC0-02DC-80B348D41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099433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系統功能項目審核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8349624-DCE7-4753-EE65-DE6589E7FADD}"/>
              </a:ext>
            </a:extLst>
          </p:cNvPr>
          <p:cNvSpPr txBox="1"/>
          <p:nvPr/>
        </p:nvSpPr>
        <p:spPr>
          <a:xfrm>
            <a:off x="173772" y="1282829"/>
            <a:ext cx="752814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可對衛星軌道、衛星及地面站資源進行規劃與安排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可解決排程衝突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可對資源進行管理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可同時支援多衛星操作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可支援正常任務操作的長期與短期規劃與調度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可對福衛八號衛星與遙測酬載活動進行排程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可支援科學資料活動收集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可支援發射規劃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可支援緊急規劃和調度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可進行快速重新規劃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190991B9-BF04-7D9D-8605-FEF9245F3F11}"/>
              </a:ext>
            </a:extLst>
          </p:cNvPr>
          <p:cNvSpPr/>
          <p:nvPr/>
        </p:nvSpPr>
        <p:spPr>
          <a:xfrm>
            <a:off x="6172121" y="-6262"/>
            <a:ext cx="13680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A176DC6-966C-E7C2-C941-AB7C8858456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BE4CA83B-D1A3-50AB-B6A5-210879C284B6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09A9BE6D-9542-B4AF-7021-C537467E0B97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1A55DC0F-3DEA-09F1-5C01-5A613773CD7A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44E5A3-99D0-CA5A-46CF-38B31A60E2B5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95832B4D-A281-BA44-6200-C8D03B0D398E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1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DDB7618B-AC0D-2D04-5A67-F32F8491CD07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12" name="矩形 11">
            <a:hlinkClick r:id="rId6" action="ppaction://hlinksldjump"/>
            <a:extLst>
              <a:ext uri="{FF2B5EF4-FFF2-40B4-BE49-F238E27FC236}">
                <a16:creationId xmlns:a16="http://schemas.microsoft.com/office/drawing/2014/main" id="{458029BA-5FA7-2479-307C-E9663BB9491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hlinkClick r:id="rId4" action="ppaction://hlinksldjump"/>
            <a:extLst>
              <a:ext uri="{FF2B5EF4-FFF2-40B4-BE49-F238E27FC236}">
                <a16:creationId xmlns:a16="http://schemas.microsoft.com/office/drawing/2014/main" id="{911AE354-89A5-14B5-F363-37AB9CFA125D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 14">
            <a:hlinkClick r:id="rId7" action="ppaction://hlinksldjump"/>
            <a:extLst>
              <a:ext uri="{FF2B5EF4-FFF2-40B4-BE49-F238E27FC236}">
                <a16:creationId xmlns:a16="http://schemas.microsoft.com/office/drawing/2014/main" id="{6DDB1E38-499E-0AC4-B1A1-F5E5844D3ED5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hlinkClick r:id="rId8" action="ppaction://hlinksldjump"/>
            <a:extLst>
              <a:ext uri="{FF2B5EF4-FFF2-40B4-BE49-F238E27FC236}">
                <a16:creationId xmlns:a16="http://schemas.microsoft.com/office/drawing/2014/main" id="{F17EED99-823B-EB0D-3987-32D96DAD621F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hlinkClick r:id="rId9" action="ppaction://hlinksldjump"/>
            <a:extLst>
              <a:ext uri="{FF2B5EF4-FFF2-40B4-BE49-F238E27FC236}">
                <a16:creationId xmlns:a16="http://schemas.microsoft.com/office/drawing/2014/main" id="{838B41BA-A59B-DB09-E06D-10DFE5B4DC2F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hlinkClick r:id="rId9" action="ppaction://hlinksldjump"/>
            <a:extLst>
              <a:ext uri="{FF2B5EF4-FFF2-40B4-BE49-F238E27FC236}">
                <a16:creationId xmlns:a16="http://schemas.microsoft.com/office/drawing/2014/main" id="{56586678-0CD6-7EBA-C534-5463249638AA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hlinkClick r:id="rId10" action="ppaction://hlinksldjump"/>
            <a:extLst>
              <a:ext uri="{FF2B5EF4-FFF2-40B4-BE49-F238E27FC236}">
                <a16:creationId xmlns:a16="http://schemas.microsoft.com/office/drawing/2014/main" id="{C92E6C89-BF5E-8466-3C42-C40B5E25374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E66DDB-3E19-CFF8-30DA-215675B0CF3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B3B4B46A-9FA2-F27C-EFEA-1600A0A7C73F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22" name="矩形 21">
            <a:hlinkClick r:id="rId11" action="ppaction://hlinksldjump"/>
            <a:extLst>
              <a:ext uri="{FF2B5EF4-FFF2-40B4-BE49-F238E27FC236}">
                <a16:creationId xmlns:a16="http://schemas.microsoft.com/office/drawing/2014/main" id="{2F245DC0-06F8-97D8-8196-02738FC552FA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981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42;p38">
            <a:extLst>
              <a:ext uri="{FF2B5EF4-FFF2-40B4-BE49-F238E27FC236}">
                <a16:creationId xmlns:a16="http://schemas.microsoft.com/office/drawing/2014/main" id="{E70F0769-4BCA-B6C2-5CC7-B98D828D31EC}"/>
              </a:ext>
            </a:extLst>
          </p:cNvPr>
          <p:cNvSpPr/>
          <p:nvPr/>
        </p:nvSpPr>
        <p:spPr>
          <a:xfrm>
            <a:off x="0" y="1024974"/>
            <a:ext cx="273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030;p38">
            <a:extLst>
              <a:ext uri="{FF2B5EF4-FFF2-40B4-BE49-F238E27FC236}">
                <a16:creationId xmlns:a16="http://schemas.microsoft.com/office/drawing/2014/main" id="{635CD30C-2372-EDC0-02DC-80B348D41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2160526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期程發展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05DD2336-1311-048D-F98D-7CC50EAFC503}"/>
              </a:ext>
            </a:extLst>
          </p:cNvPr>
          <p:cNvCxnSpPr>
            <a:cxnSpLocks/>
          </p:cNvCxnSpPr>
          <p:nvPr/>
        </p:nvCxnSpPr>
        <p:spPr>
          <a:xfrm>
            <a:off x="129473" y="2215701"/>
            <a:ext cx="88526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BC3FE93B-5CE3-ECDE-AC2B-C47095883085}"/>
              </a:ext>
            </a:extLst>
          </p:cNvPr>
          <p:cNvSpPr/>
          <p:nvPr/>
        </p:nvSpPr>
        <p:spPr>
          <a:xfrm>
            <a:off x="808387" y="1570866"/>
            <a:ext cx="1289669" cy="1289669"/>
          </a:xfrm>
          <a:prstGeom prst="ellipse">
            <a:avLst/>
          </a:prstGeom>
          <a:solidFill>
            <a:schemeClr val="bg1"/>
          </a:solidFill>
          <a:ln>
            <a:solidFill>
              <a:srgbClr val="6C6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第一階段需求分析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58E7C18F-C7E7-5070-A8EF-120B1DD642F7}"/>
              </a:ext>
            </a:extLst>
          </p:cNvPr>
          <p:cNvSpPr/>
          <p:nvPr/>
        </p:nvSpPr>
        <p:spPr>
          <a:xfrm>
            <a:off x="2805017" y="1570866"/>
            <a:ext cx="1289669" cy="1289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第二階段原型系統開發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F76069BF-A18D-39EC-B62F-081852EAAD15}"/>
              </a:ext>
            </a:extLst>
          </p:cNvPr>
          <p:cNvSpPr/>
          <p:nvPr/>
        </p:nvSpPr>
        <p:spPr>
          <a:xfrm>
            <a:off x="4866959" y="1570863"/>
            <a:ext cx="1289669" cy="1289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第三階段模型優化與測試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FB6374E3-4178-2043-164C-77AF01CB16FD}"/>
              </a:ext>
            </a:extLst>
          </p:cNvPr>
          <p:cNvSpPr/>
          <p:nvPr/>
        </p:nvSpPr>
        <p:spPr>
          <a:xfrm>
            <a:off x="6970468" y="1570863"/>
            <a:ext cx="1289669" cy="1289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第四階段系統整合與測試結案審查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FD8E284-6EF7-A46A-3BA5-4737DD71B960}"/>
              </a:ext>
            </a:extLst>
          </p:cNvPr>
          <p:cNvSpPr txBox="1"/>
          <p:nvPr/>
        </p:nvSpPr>
        <p:spPr>
          <a:xfrm>
            <a:off x="556153" y="1172416"/>
            <a:ext cx="179413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自決標日起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個月內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B2CD73-ABA2-1C04-1A50-B74997B3DB1F}"/>
              </a:ext>
            </a:extLst>
          </p:cNvPr>
          <p:cNvSpPr txBox="1"/>
          <p:nvPr/>
        </p:nvSpPr>
        <p:spPr>
          <a:xfrm>
            <a:off x="2532000" y="1175111"/>
            <a:ext cx="179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自決標日起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個月內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EE8B40C-F6CA-A07E-FCD3-ED30A9DE74A8}"/>
              </a:ext>
            </a:extLst>
          </p:cNvPr>
          <p:cNvSpPr txBox="1"/>
          <p:nvPr/>
        </p:nvSpPr>
        <p:spPr>
          <a:xfrm>
            <a:off x="4614725" y="1172415"/>
            <a:ext cx="179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自決標日起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個月內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66BAD9C-DD42-878B-D9E4-02ED4E60A2D4}"/>
              </a:ext>
            </a:extLst>
          </p:cNvPr>
          <p:cNvSpPr txBox="1"/>
          <p:nvPr/>
        </p:nvSpPr>
        <p:spPr>
          <a:xfrm>
            <a:off x="6718234" y="1171170"/>
            <a:ext cx="179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自決標日起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個月內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E009C81-2DBD-7A7B-6515-E00C4947E1EB}"/>
              </a:ext>
            </a:extLst>
          </p:cNvPr>
          <p:cNvSpPr txBox="1"/>
          <p:nvPr/>
        </p:nvSpPr>
        <p:spPr>
          <a:xfrm>
            <a:off x="431628" y="2890427"/>
            <a:ext cx="2035636" cy="125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第一階段系統設計審核報告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系統分析設計規劃書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資料庫設計書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FA57D81-9051-2037-4E0D-011B7D9AEDC0}"/>
              </a:ext>
            </a:extLst>
          </p:cNvPr>
          <p:cNvSpPr txBox="1"/>
          <p:nvPr/>
        </p:nvSpPr>
        <p:spPr>
          <a:xfrm>
            <a:off x="4457301" y="2890427"/>
            <a:ext cx="2142086" cy="1181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第三階段模型優化與測試審核報告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第三階段模型優化與測試報告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8F80D4B-D945-CDE3-336F-9B0695D757AD}"/>
              </a:ext>
            </a:extLst>
          </p:cNvPr>
          <p:cNvSpPr txBox="1"/>
          <p:nvPr/>
        </p:nvSpPr>
        <p:spPr>
          <a:xfrm>
            <a:off x="2472567" y="2890427"/>
            <a:ext cx="1968111" cy="1775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第二階段原型系統開發審核報告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第二階段原型系統開發測試報告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第二階段程式流程與功能說明書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24B2E23-AD1E-2E4F-6149-7B40F8787F90}"/>
              </a:ext>
            </a:extLst>
          </p:cNvPr>
          <p:cNvSpPr txBox="1"/>
          <p:nvPr/>
        </p:nvSpPr>
        <p:spPr>
          <a:xfrm>
            <a:off x="6661590" y="2890064"/>
            <a:ext cx="2212475" cy="2265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第四階段系統整合測試審核報告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系統分析設計規劃書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模型開發與測試報告書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教育訓練手冊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系統操作與使用手冊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0000" indent="-1800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保固證明書</a:t>
            </a:r>
          </a:p>
        </p:txBody>
      </p:sp>
      <p:pic>
        <p:nvPicPr>
          <p:cNvPr id="1026" name="Picture 2" descr="Satellite - Free communications icons">
            <a:extLst>
              <a:ext uri="{FF2B5EF4-FFF2-40B4-BE49-F238E27FC236}">
                <a16:creationId xmlns:a16="http://schemas.microsoft.com/office/drawing/2014/main" id="{07E713A4-D423-D35C-FA2D-CFDC027C5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1910">
            <a:off x="-1394680" y="1904254"/>
            <a:ext cx="622886" cy="62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30;p30">
            <a:extLst>
              <a:ext uri="{FF2B5EF4-FFF2-40B4-BE49-F238E27FC236}">
                <a16:creationId xmlns:a16="http://schemas.microsoft.com/office/drawing/2014/main" id="{FFCD8808-D8FA-501F-6956-1FFDC6859C0B}"/>
              </a:ext>
            </a:extLst>
          </p:cNvPr>
          <p:cNvSpPr/>
          <p:nvPr/>
        </p:nvSpPr>
        <p:spPr>
          <a:xfrm>
            <a:off x="7656149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326DAF7-DB47-3762-3163-FD078C730E22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6;p30">
            <a:hlinkClick r:id="rId3" action="ppaction://hlinksldjump"/>
            <a:extLst>
              <a:ext uri="{FF2B5EF4-FFF2-40B4-BE49-F238E27FC236}">
                <a16:creationId xmlns:a16="http://schemas.microsoft.com/office/drawing/2014/main" id="{7147865D-5E3A-0D28-44CA-E5FE19D0AF72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BF143B15-86C8-CF0D-9337-68EEDEDA1B46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Google Shape;238;p30">
            <a:hlinkClick r:id="rId5" action="ppaction://hlinksldjump"/>
            <a:extLst>
              <a:ext uri="{FF2B5EF4-FFF2-40B4-BE49-F238E27FC236}">
                <a16:creationId xmlns:a16="http://schemas.microsoft.com/office/drawing/2014/main" id="{C021B09B-8860-780F-7EDC-5E3AD7F81773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8D81414-6D46-3E1B-8228-4605131347CE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C951DAB5-2238-AC36-D79C-F90212CC3A29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7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BFD31734-C972-E88A-FC91-28CFFE2BDA51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28" name="矩形 27">
            <a:hlinkClick r:id="rId6" action="ppaction://hlinksldjump"/>
            <a:extLst>
              <a:ext uri="{FF2B5EF4-FFF2-40B4-BE49-F238E27FC236}">
                <a16:creationId xmlns:a16="http://schemas.microsoft.com/office/drawing/2014/main" id="{88C1613A-8912-3020-BC27-93F8A52435EF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hlinkClick r:id="rId4" action="ppaction://hlinksldjump"/>
            <a:extLst>
              <a:ext uri="{FF2B5EF4-FFF2-40B4-BE49-F238E27FC236}">
                <a16:creationId xmlns:a16="http://schemas.microsoft.com/office/drawing/2014/main" id="{61559E3B-B3D9-F722-3493-F996051EC439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矩形 41">
            <a:hlinkClick r:id="rId7" action="ppaction://hlinksldjump"/>
            <a:extLst>
              <a:ext uri="{FF2B5EF4-FFF2-40B4-BE49-F238E27FC236}">
                <a16:creationId xmlns:a16="http://schemas.microsoft.com/office/drawing/2014/main" id="{A574DBAC-5DDD-FDAC-BD9D-08CC395A3AE3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8" action="ppaction://hlinksldjump"/>
            <a:extLst>
              <a:ext uri="{FF2B5EF4-FFF2-40B4-BE49-F238E27FC236}">
                <a16:creationId xmlns:a16="http://schemas.microsoft.com/office/drawing/2014/main" id="{657491E9-527E-2AC5-A0E0-8832D550274F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9" action="ppaction://hlinksldjump"/>
            <a:extLst>
              <a:ext uri="{FF2B5EF4-FFF2-40B4-BE49-F238E27FC236}">
                <a16:creationId xmlns:a16="http://schemas.microsoft.com/office/drawing/2014/main" id="{DC5EC7A3-3CD6-6D90-E1ED-5337BF54B34D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rId9" action="ppaction://hlinksldjump"/>
            <a:extLst>
              <a:ext uri="{FF2B5EF4-FFF2-40B4-BE49-F238E27FC236}">
                <a16:creationId xmlns:a16="http://schemas.microsoft.com/office/drawing/2014/main" id="{FDA867A8-5A08-D885-992B-05A14E4ACB6A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hlinkClick r:id="rId10" action="ppaction://hlinksldjump"/>
            <a:extLst>
              <a:ext uri="{FF2B5EF4-FFF2-40B4-BE49-F238E27FC236}">
                <a16:creationId xmlns:a16="http://schemas.microsoft.com/office/drawing/2014/main" id="{F66F9115-416B-FB09-F134-1FC4D72C8EB8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7F647A4-5EE8-C6DD-B140-B5210BD9680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Google Shape;237;p30">
            <a:hlinkClick r:id="rId4" action="ppaction://hlinksldjump"/>
            <a:extLst>
              <a:ext uri="{FF2B5EF4-FFF2-40B4-BE49-F238E27FC236}">
                <a16:creationId xmlns:a16="http://schemas.microsoft.com/office/drawing/2014/main" id="{AD26665B-0D98-C362-4575-71F33EB9D078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0" name="矩形 49">
            <a:hlinkClick r:id="rId11" action="ppaction://hlinksldjump"/>
            <a:extLst>
              <a:ext uri="{FF2B5EF4-FFF2-40B4-BE49-F238E27FC236}">
                <a16:creationId xmlns:a16="http://schemas.microsoft.com/office/drawing/2014/main" id="{52AB4D12-7412-B796-31DC-96E7E9341C06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47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5D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4A6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292 -0.00123 L 0.17708 -0.00123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1" name="Google Shape;4881;p46"/>
          <p:cNvSpPr txBox="1">
            <a:spLocks noGrp="1"/>
          </p:cNvSpPr>
          <p:nvPr>
            <p:ph type="title"/>
          </p:nvPr>
        </p:nvSpPr>
        <p:spPr>
          <a:xfrm>
            <a:off x="1371600" y="1530600"/>
            <a:ext cx="4296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898" name="Google Shape;4898;p46"/>
          <p:cNvSpPr/>
          <p:nvPr/>
        </p:nvSpPr>
        <p:spPr>
          <a:xfrm>
            <a:off x="0" y="2724925"/>
            <a:ext cx="5431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295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2404766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活動重疊限制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642C736-D21F-0153-51AD-BC0B9C265B73}"/>
                  </a:ext>
                </a:extLst>
              </p:cNvPr>
              <p:cNvSpPr txBox="1"/>
              <p:nvPr/>
            </p:nvSpPr>
            <p:spPr>
              <a:xfrm>
                <a:off x="115400" y="1511499"/>
                <a:ext cx="6666680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4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zh-TW" sz="1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TW" altLang="zh-TW" sz="1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   ∀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𝑎𝑐𝑡𝑖𝑣𝑖𝑡𝑦</m:t>
                      </m:r>
                      <m:r>
                        <a:rPr lang="en-US" altLang="zh-TW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}, 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sz="1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642C736-D21F-0153-51AD-BC0B9C265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00" y="1511499"/>
                <a:ext cx="6666680" cy="325089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F284AB5-0B46-6A17-4B74-8F4993FC84A5}"/>
                  </a:ext>
                </a:extLst>
              </p:cNvPr>
              <p:cNvSpPr txBox="1"/>
              <p:nvPr/>
            </p:nvSpPr>
            <p:spPr>
              <a:xfrm>
                <a:off x="115400" y="1947508"/>
                <a:ext cx="6666681" cy="34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lit/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lit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lit/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lit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F284AB5-0B46-6A17-4B74-8F4993FC8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00" y="1947508"/>
                <a:ext cx="6666681" cy="340478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/>
              <p:nvPr/>
            </p:nvSpPr>
            <p:spPr>
              <a:xfrm>
                <a:off x="115400" y="2365765"/>
                <a:ext cx="737167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00" y="2365765"/>
                <a:ext cx="7371674" cy="325089"/>
              </a:xfrm>
              <a:prstGeom prst="rect">
                <a:avLst/>
              </a:prstGeom>
              <a:blipFill>
                <a:blip r:embed="rId5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BEAF8F7-0BED-4769-17A2-6E4A31FEA1E7}"/>
                  </a:ext>
                </a:extLst>
              </p:cNvPr>
              <p:cNvSpPr txBox="1"/>
              <p:nvPr/>
            </p:nvSpPr>
            <p:spPr>
              <a:xfrm>
                <a:off x="115977" y="3215730"/>
                <a:ext cx="7841713" cy="34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BEAF8F7-0BED-4769-17A2-6E4A31FEA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7" y="3215730"/>
                <a:ext cx="7841713" cy="340478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BF423C1-83B4-286B-EDA4-854418E7F2E2}"/>
                  </a:ext>
                </a:extLst>
              </p:cNvPr>
              <p:cNvSpPr txBox="1"/>
              <p:nvPr/>
            </p:nvSpPr>
            <p:spPr>
              <a:xfrm>
                <a:off x="115976" y="3667128"/>
                <a:ext cx="7841713" cy="34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BF423C1-83B4-286B-EDA4-854418E7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6" y="3667128"/>
                <a:ext cx="7841713" cy="340478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C71931A6-84B7-6FB7-472F-EDE88BF94C5A}"/>
                  </a:ext>
                </a:extLst>
              </p:cNvPr>
              <p:cNvSpPr txBox="1"/>
              <p:nvPr/>
            </p:nvSpPr>
            <p:spPr>
              <a:xfrm>
                <a:off x="110834" y="4118526"/>
                <a:ext cx="8472638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C71931A6-84B7-6FB7-472F-EDE88BF94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4" y="4118526"/>
                <a:ext cx="8472638" cy="325089"/>
              </a:xfrm>
              <a:prstGeom prst="rect">
                <a:avLst/>
              </a:prstGeom>
              <a:blipFill>
                <a:blip r:embed="rId8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5400" y="1196769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活動自己間不可重疊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01E139-929F-EB1F-6A2C-A28434D0A2AF}"/>
              </a:ext>
            </a:extLst>
          </p:cNvPr>
          <p:cNvSpPr txBox="1"/>
          <p:nvPr/>
        </p:nvSpPr>
        <p:spPr>
          <a:xfrm>
            <a:off x="115400" y="2871213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活動彼此間不可重疊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8054963" y="152181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A179B77-D668-0440-524E-56F915B3B725}"/>
              </a:ext>
            </a:extLst>
          </p:cNvPr>
          <p:cNvSpPr txBox="1"/>
          <p:nvPr/>
        </p:nvSpPr>
        <p:spPr>
          <a:xfrm>
            <a:off x="8054963" y="323710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2AEDF83-D5B4-45CC-59B7-19A27C6C5266}"/>
              </a:ext>
            </a:extLst>
          </p:cNvPr>
          <p:cNvSpPr txBox="1"/>
          <p:nvPr/>
        </p:nvSpPr>
        <p:spPr>
          <a:xfrm>
            <a:off x="8054963" y="2422120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D8AAEB-F735-1A3A-DF04-BCB28BB9586F}"/>
              </a:ext>
            </a:extLst>
          </p:cNvPr>
          <p:cNvSpPr txBox="1"/>
          <p:nvPr/>
        </p:nvSpPr>
        <p:spPr>
          <a:xfrm>
            <a:off x="8054963" y="1963858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EC0C1E-5884-EE32-78C7-53224A043202}"/>
              </a:ext>
            </a:extLst>
          </p:cNvPr>
          <p:cNvSpPr txBox="1"/>
          <p:nvPr/>
        </p:nvSpPr>
        <p:spPr>
          <a:xfrm>
            <a:off x="8054963" y="367781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93ACEC0-0CB9-A5C0-1BE7-9174B517386F}"/>
              </a:ext>
            </a:extLst>
          </p:cNvPr>
          <p:cNvSpPr txBox="1"/>
          <p:nvPr/>
        </p:nvSpPr>
        <p:spPr>
          <a:xfrm>
            <a:off x="8054963" y="412718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Google Shape;230;p30">
            <a:extLst>
              <a:ext uri="{FF2B5EF4-FFF2-40B4-BE49-F238E27FC236}">
                <a16:creationId xmlns:a16="http://schemas.microsoft.com/office/drawing/2014/main" id="{A9D00F16-4AD1-05F5-B132-FE1E57462DD0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5FF878A-434E-9BEB-B836-DE6812FF998A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Google Shape;236;p30">
            <a:hlinkClick r:id="rId9" action="ppaction://hlinksldjump"/>
            <a:extLst>
              <a:ext uri="{FF2B5EF4-FFF2-40B4-BE49-F238E27FC236}">
                <a16:creationId xmlns:a16="http://schemas.microsoft.com/office/drawing/2014/main" id="{3F35E212-9A2F-2E89-4B6F-76B067DB1749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6326D68B-FBED-7C71-8B13-4DF37DB93FC9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Google Shape;238;p30">
            <a:hlinkClick r:id="rId11" action="ppaction://hlinksldjump"/>
            <a:extLst>
              <a:ext uri="{FF2B5EF4-FFF2-40B4-BE49-F238E27FC236}">
                <a16:creationId xmlns:a16="http://schemas.microsoft.com/office/drawing/2014/main" id="{C332B7BC-D905-4F43-F2D7-5A766771AA49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74F1143-2A99-3D02-DA70-14892D97B6FB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D0A92A94-7982-BCCB-1779-CA646D4E0F90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5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599DBD0A-E77D-547D-4AD3-070E5A9D3575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6" name="矩形 35">
            <a:hlinkClick r:id="rId12" action="ppaction://hlinksldjump"/>
            <a:extLst>
              <a:ext uri="{FF2B5EF4-FFF2-40B4-BE49-F238E27FC236}">
                <a16:creationId xmlns:a16="http://schemas.microsoft.com/office/drawing/2014/main" id="{2C721751-BFED-0EAA-F179-9E46EB962437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296E7BB2-5B6D-CB28-8A04-EBEFC250D7F5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矩形 37">
            <a:hlinkClick r:id="rId13" action="ppaction://hlinksldjump"/>
            <a:extLst>
              <a:ext uri="{FF2B5EF4-FFF2-40B4-BE49-F238E27FC236}">
                <a16:creationId xmlns:a16="http://schemas.microsoft.com/office/drawing/2014/main" id="{6614E3A6-8E82-7ABE-67F8-C505508BE206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4" action="ppaction://hlinksldjump"/>
            <a:extLst>
              <a:ext uri="{FF2B5EF4-FFF2-40B4-BE49-F238E27FC236}">
                <a16:creationId xmlns:a16="http://schemas.microsoft.com/office/drawing/2014/main" id="{40CC6C80-4B90-35DF-80DD-0DC3D5DD2BF3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5" action="ppaction://hlinksldjump"/>
            <a:extLst>
              <a:ext uri="{FF2B5EF4-FFF2-40B4-BE49-F238E27FC236}">
                <a16:creationId xmlns:a16="http://schemas.microsoft.com/office/drawing/2014/main" id="{C05F7B76-983A-773E-C38B-23F31DC54A2C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5" action="ppaction://hlinksldjump"/>
            <a:extLst>
              <a:ext uri="{FF2B5EF4-FFF2-40B4-BE49-F238E27FC236}">
                <a16:creationId xmlns:a16="http://schemas.microsoft.com/office/drawing/2014/main" id="{42876848-0B8E-1868-7A2A-A2DBE2EC8936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6" action="ppaction://hlinksldjump"/>
            <a:extLst>
              <a:ext uri="{FF2B5EF4-FFF2-40B4-BE49-F238E27FC236}">
                <a16:creationId xmlns:a16="http://schemas.microsoft.com/office/drawing/2014/main" id="{8F6F8EF5-F195-BB7B-008E-BB47FE719936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49D6F4-E2DD-1A24-5C91-8D8C6BE72E0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7BD63B51-C4A7-789E-11CB-7F95177BB742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7" action="ppaction://hlinksldjump"/>
            <a:extLst>
              <a:ext uri="{FF2B5EF4-FFF2-40B4-BE49-F238E27FC236}">
                <a16:creationId xmlns:a16="http://schemas.microsoft.com/office/drawing/2014/main" id="{991500E8-48DE-C966-60AF-34BE44BE42A2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372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46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4560825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活動重疊限制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</a:t>
            </a:r>
            <a:r>
              <a:rPr lang="zh-TW" altLang="en-US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起始時間存有變數 </a:t>
            </a:r>
            <a:r>
              <a:rPr lang="en-US" altLang="zh-TW" sz="12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(RSI_PBK)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/>
              <p:nvPr/>
            </p:nvSpPr>
            <p:spPr>
              <a:xfrm>
                <a:off x="-19356" y="3454001"/>
                <a:ext cx="7029861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+1   ∀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zh-TW" altLang="en-US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356" y="3454001"/>
                <a:ext cx="7029861" cy="325089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5400" y="1196769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活動自己間不可重疊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10EE7A8-8524-EC97-C6A0-F38F04F1CD5D}"/>
              </a:ext>
            </a:extLst>
          </p:cNvPr>
          <p:cNvGrpSpPr/>
          <p:nvPr/>
        </p:nvGrpSpPr>
        <p:grpSpPr>
          <a:xfrm>
            <a:off x="-19355" y="1511499"/>
            <a:ext cx="9788996" cy="847924"/>
            <a:chOff x="-19355" y="1511499"/>
            <a:chExt cx="9788996" cy="847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0642C736-D21F-0153-51AD-BC0B9C265B73}"/>
                    </a:ext>
                  </a:extLst>
                </p:cNvPr>
                <p:cNvSpPr txBox="1"/>
                <p:nvPr/>
              </p:nvSpPr>
              <p:spPr>
                <a:xfrm>
                  <a:off x="-19355" y="1511499"/>
                  <a:ext cx="9788996" cy="8479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kern="10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0642C736-D21F-0153-51AD-BC0B9C2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1511499"/>
                  <a:ext cx="9788996" cy="847924"/>
                </a:xfrm>
                <a:prstGeom prst="rect">
                  <a:avLst/>
                </a:prstGeom>
                <a:blipFill>
                  <a:blip r:embed="rId4"/>
                  <a:stretch>
                    <a:fillRect t="-84173" b="-9352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CF6420BE-9673-048C-BA64-E4586EA86F7A}"/>
                    </a:ext>
                  </a:extLst>
                </p:cNvPr>
                <p:cNvSpPr txBox="1"/>
                <p:nvPr/>
              </p:nvSpPr>
              <p:spPr>
                <a:xfrm>
                  <a:off x="1561001" y="2051028"/>
                  <a:ext cx="22162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 kern="1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CF6420BE-9673-048C-BA64-E4586EA86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001" y="2051028"/>
                  <a:ext cx="221621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2A35B97-CE40-5A53-2B40-0725747EC889}"/>
              </a:ext>
            </a:extLst>
          </p:cNvPr>
          <p:cNvGrpSpPr/>
          <p:nvPr/>
        </p:nvGrpSpPr>
        <p:grpSpPr>
          <a:xfrm>
            <a:off x="-19355" y="2482117"/>
            <a:ext cx="9788996" cy="847924"/>
            <a:chOff x="-19355" y="2482117"/>
            <a:chExt cx="9788996" cy="847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604A330-F471-02D0-01DD-A6F3D5AF7884}"/>
                    </a:ext>
                  </a:extLst>
                </p:cNvPr>
                <p:cNvSpPr txBox="1"/>
                <p:nvPr/>
              </p:nvSpPr>
              <p:spPr>
                <a:xfrm>
                  <a:off x="-19355" y="2482117"/>
                  <a:ext cx="9788996" cy="8479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kern="10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kern="10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kern="10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604A330-F471-02D0-01DD-A6F3D5AF7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2482117"/>
                  <a:ext cx="9788996" cy="847924"/>
                </a:xfrm>
                <a:prstGeom prst="rect">
                  <a:avLst/>
                </a:prstGeom>
                <a:blipFill>
                  <a:blip r:embed="rId6"/>
                  <a:stretch>
                    <a:fillRect t="-84173" b="-9352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7EFFAFE-DBA6-FAD9-AB31-8EC4A3A88236}"/>
                    </a:ext>
                  </a:extLst>
                </p:cNvPr>
                <p:cNvSpPr txBox="1"/>
                <p:nvPr/>
              </p:nvSpPr>
              <p:spPr>
                <a:xfrm>
                  <a:off x="1542812" y="3001845"/>
                  <a:ext cx="22162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 kern="1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7EFFAFE-DBA6-FAD9-AB31-8EC4A3A88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2812" y="3001845"/>
                  <a:ext cx="221621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6C70629-4786-E6CC-1FBC-15A9CFF24505}"/>
              </a:ext>
            </a:extLst>
          </p:cNvPr>
          <p:cNvSpPr txBox="1"/>
          <p:nvPr/>
        </p:nvSpPr>
        <p:spPr>
          <a:xfrm>
            <a:off x="3631341" y="2051027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741B90-2AE9-728A-155B-F3B5CA24963F}"/>
              </a:ext>
            </a:extLst>
          </p:cNvPr>
          <p:cNvSpPr txBox="1"/>
          <p:nvPr/>
        </p:nvSpPr>
        <p:spPr>
          <a:xfrm>
            <a:off x="3631341" y="299708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05DC4A8-7A35-AA9A-3CC0-B9CFD282E3A7}"/>
              </a:ext>
            </a:extLst>
          </p:cNvPr>
          <p:cNvSpPr txBox="1"/>
          <p:nvPr/>
        </p:nvSpPr>
        <p:spPr>
          <a:xfrm>
            <a:off x="6901154" y="343549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7" name="Google Shape;230;p30">
            <a:extLst>
              <a:ext uri="{FF2B5EF4-FFF2-40B4-BE49-F238E27FC236}">
                <a16:creationId xmlns:a16="http://schemas.microsoft.com/office/drawing/2014/main" id="{BC71DF3E-7CEE-7B4D-25C0-F73BABEAAAC0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5FCD89-8249-20FA-846A-621D4A04CA5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6;p30">
            <a:hlinkClick r:id="rId7" action="ppaction://hlinksldjump"/>
            <a:extLst>
              <a:ext uri="{FF2B5EF4-FFF2-40B4-BE49-F238E27FC236}">
                <a16:creationId xmlns:a16="http://schemas.microsoft.com/office/drawing/2014/main" id="{BC791AED-0E3D-8A26-F127-88A96A6A09D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505AC9F4-941A-A7E6-CABC-F2DA06022039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Google Shape;238;p30">
            <a:hlinkClick r:id="rId9" action="ppaction://hlinksldjump"/>
            <a:extLst>
              <a:ext uri="{FF2B5EF4-FFF2-40B4-BE49-F238E27FC236}">
                <a16:creationId xmlns:a16="http://schemas.microsoft.com/office/drawing/2014/main" id="{8E864067-51AD-649F-F66D-68F5C581FCC0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B87DEA0-96F2-F86A-0DAC-C387947E9AEA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F9579832-8EFE-6889-6CF8-ADDA050E661D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6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1EF38CDC-55AB-0505-81B8-3E11E9161DE5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B968D359-3647-0A7B-FCEE-4EDBFC71B28B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8" action="ppaction://hlinksldjump"/>
            <a:extLst>
              <a:ext uri="{FF2B5EF4-FFF2-40B4-BE49-F238E27FC236}">
                <a16:creationId xmlns:a16="http://schemas.microsoft.com/office/drawing/2014/main" id="{BC9875FB-9CFB-401D-2B83-70F7D64251D6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3EEC66D0-2D1A-7AC0-17A7-7939A8099CAF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2" action="ppaction://hlinksldjump"/>
            <a:extLst>
              <a:ext uri="{FF2B5EF4-FFF2-40B4-BE49-F238E27FC236}">
                <a16:creationId xmlns:a16="http://schemas.microsoft.com/office/drawing/2014/main" id="{41A788AE-917E-9CB0-BCD7-E5008EFB868E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3" action="ppaction://hlinksldjump"/>
            <a:extLst>
              <a:ext uri="{FF2B5EF4-FFF2-40B4-BE49-F238E27FC236}">
                <a16:creationId xmlns:a16="http://schemas.microsoft.com/office/drawing/2014/main" id="{A0C1642A-854A-07C9-9779-32227CD8FC1A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3" action="ppaction://hlinksldjump"/>
            <a:extLst>
              <a:ext uri="{FF2B5EF4-FFF2-40B4-BE49-F238E27FC236}">
                <a16:creationId xmlns:a16="http://schemas.microsoft.com/office/drawing/2014/main" id="{0809B597-0AE6-02E5-042D-E0ECF39923AD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2F1225D5-DA0F-E4E7-D05C-F9DDF0BEF864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9BA37C-C222-4616-376D-A5661CF90083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8" action="ppaction://hlinksldjump"/>
            <a:extLst>
              <a:ext uri="{FF2B5EF4-FFF2-40B4-BE49-F238E27FC236}">
                <a16:creationId xmlns:a16="http://schemas.microsoft.com/office/drawing/2014/main" id="{6E1F74B5-3E17-1570-0584-FDF1BCB5A040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5" action="ppaction://hlinksldjump"/>
            <a:extLst>
              <a:ext uri="{FF2B5EF4-FFF2-40B4-BE49-F238E27FC236}">
                <a16:creationId xmlns:a16="http://schemas.microsoft.com/office/drawing/2014/main" id="{96298314-12C8-7814-11CA-232DBF4E86D5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62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C01E139-929F-EB1F-6A2C-A28434D0A2AF}"/>
              </a:ext>
            </a:extLst>
          </p:cNvPr>
          <p:cNvSpPr txBox="1"/>
          <p:nvPr/>
        </p:nvSpPr>
        <p:spPr>
          <a:xfrm>
            <a:off x="115400" y="1206043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活動彼此間不可重疊</a:t>
            </a:r>
          </a:p>
        </p:txBody>
      </p:sp>
      <p:sp>
        <p:nvSpPr>
          <p:cNvPr id="13" name="Google Shape;3042;p38">
            <a:extLst>
              <a:ext uri="{FF2B5EF4-FFF2-40B4-BE49-F238E27FC236}">
                <a16:creationId xmlns:a16="http://schemas.microsoft.com/office/drawing/2014/main" id="{DCDAA35D-3D02-9D6E-0295-FD5EF98DF55E}"/>
              </a:ext>
            </a:extLst>
          </p:cNvPr>
          <p:cNvSpPr/>
          <p:nvPr/>
        </p:nvSpPr>
        <p:spPr>
          <a:xfrm>
            <a:off x="0" y="1024974"/>
            <a:ext cx="46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030;p38">
            <a:extLst>
              <a:ext uri="{FF2B5EF4-FFF2-40B4-BE49-F238E27FC236}">
                <a16:creationId xmlns:a16="http://schemas.microsoft.com/office/drawing/2014/main" id="{80E93F21-A5CB-2380-A32A-0F52C4020207}"/>
              </a:ext>
            </a:extLst>
          </p:cNvPr>
          <p:cNvSpPr txBox="1">
            <a:spLocks/>
          </p:cNvSpPr>
          <p:nvPr/>
        </p:nvSpPr>
        <p:spPr>
          <a:xfrm>
            <a:off x="11174" y="532935"/>
            <a:ext cx="4560825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活動重疊限制 </a:t>
            </a:r>
            <a:r>
              <a:rPr lang="en-US" altLang="zh-TW" sz="120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</a:t>
            </a:r>
            <a:r>
              <a:rPr lang="zh-TW" altLang="en-US" sz="120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起始時間存有變數 </a:t>
            </a:r>
            <a:r>
              <a:rPr lang="en-US" altLang="zh-TW" sz="120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(RSI_PBK)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2F00E29E-3552-7845-3770-931464C06936}"/>
              </a:ext>
            </a:extLst>
          </p:cNvPr>
          <p:cNvGrpSpPr/>
          <p:nvPr/>
        </p:nvGrpSpPr>
        <p:grpSpPr>
          <a:xfrm>
            <a:off x="-56041" y="1511499"/>
            <a:ext cx="9825682" cy="885806"/>
            <a:chOff x="-56041" y="1511499"/>
            <a:chExt cx="9825682" cy="8858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00FDF39A-30DB-89D1-9C7F-55554A6AA7E3}"/>
                    </a:ext>
                  </a:extLst>
                </p:cNvPr>
                <p:cNvSpPr txBox="1"/>
                <p:nvPr/>
              </p:nvSpPr>
              <p:spPr>
                <a:xfrm>
                  <a:off x="-19355" y="1511499"/>
                  <a:ext cx="9788996" cy="6151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AB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00FDF39A-30DB-89D1-9C7F-55554A6AA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1511499"/>
                  <a:ext cx="9788996" cy="615168"/>
                </a:xfrm>
                <a:prstGeom prst="rect">
                  <a:avLst/>
                </a:prstGeom>
                <a:blipFill>
                  <a:blip r:embed="rId3"/>
                  <a:stretch>
                    <a:fillRect t="-115842" b="-16633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A7ED815B-7BA8-A2D2-31D8-6619D25E3098}"/>
                    </a:ext>
                  </a:extLst>
                </p:cNvPr>
                <p:cNvSpPr txBox="1"/>
                <p:nvPr/>
              </p:nvSpPr>
              <p:spPr>
                <a:xfrm>
                  <a:off x="-56041" y="2089528"/>
                  <a:ext cx="30809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 kern="1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A7ED815B-7BA8-A2D2-31D8-6619D25E3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6041" y="2089528"/>
                  <a:ext cx="308094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A56A0DE-5732-1442-2542-804B802A0414}"/>
                  </a:ext>
                </a:extLst>
              </p:cNvPr>
              <p:cNvSpPr txBox="1"/>
              <p:nvPr/>
            </p:nvSpPr>
            <p:spPr>
              <a:xfrm>
                <a:off x="-19355" y="3454001"/>
                <a:ext cx="857621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𝑎𝑐𝑡𝑖𝑣𝑖𝑡𝑦</m:t>
                    </m:r>
                    <m:r>
                      <a:rPr lang="en-US" altLang="zh-TW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TW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}, ∀</m:t>
                    </m:r>
                    <m:r>
                      <m:rPr>
                        <m:sty m:val="p"/>
                      </m:rP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𝑎𝑐𝑡𝑖𝑣𝑖𝑡𝑦</m:t>
                    </m:r>
                    <m:r>
                      <a:rPr lang="en-US" altLang="zh-TW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A56A0DE-5732-1442-2542-804B802A0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355" y="3454001"/>
                <a:ext cx="8576214" cy="325089"/>
              </a:xfrm>
              <a:prstGeom prst="rect">
                <a:avLst/>
              </a:prstGeom>
              <a:blipFill>
                <a:blip r:embed="rId5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3B2FABF6-F4FD-F3D9-31AD-57DAABE83156}"/>
              </a:ext>
            </a:extLst>
          </p:cNvPr>
          <p:cNvGrpSpPr/>
          <p:nvPr/>
        </p:nvGrpSpPr>
        <p:grpSpPr>
          <a:xfrm>
            <a:off x="-230925" y="2482117"/>
            <a:ext cx="10000566" cy="874820"/>
            <a:chOff x="-230925" y="2482117"/>
            <a:chExt cx="10000566" cy="874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8B783159-EE20-6A2D-2732-43275476E75E}"/>
                    </a:ext>
                  </a:extLst>
                </p:cNvPr>
                <p:cNvSpPr txBox="1"/>
                <p:nvPr/>
              </p:nvSpPr>
              <p:spPr>
                <a:xfrm>
                  <a:off x="-19355" y="2482117"/>
                  <a:ext cx="9788996" cy="6151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40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4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b="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TW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𝑎𝑐𝑡𝑖𝑣𝑖𝑡𝑦</m:t>
                                </m:r>
                                <m:r>
                                  <a:rPr lang="en-US" altLang="zh-TW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kern="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zh-TW" b="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sz="140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b="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8B783159-EE20-6A2D-2732-43275476E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2482117"/>
                  <a:ext cx="9788996" cy="615168"/>
                </a:xfrm>
                <a:prstGeom prst="rect">
                  <a:avLst/>
                </a:prstGeom>
                <a:blipFill>
                  <a:blip r:embed="rId6"/>
                  <a:stretch>
                    <a:fillRect t="-115842" b="-16633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6B9EB1A3-7610-F49F-A95D-9B540760987D}"/>
                    </a:ext>
                  </a:extLst>
                </p:cNvPr>
                <p:cNvSpPr txBox="1"/>
                <p:nvPr/>
              </p:nvSpPr>
              <p:spPr>
                <a:xfrm>
                  <a:off x="-230925" y="3049160"/>
                  <a:ext cx="343070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}, ∀</m:t>
                        </m:r>
                        <m:r>
                          <m:rPr>
                            <m:sty m:val="p"/>
                          </m:rP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6B9EB1A3-7610-F49F-A95D-9B5407609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30925" y="3049160"/>
                  <a:ext cx="34307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934717E-5CC1-9B71-B763-DB8DC72CF34D}"/>
              </a:ext>
            </a:extLst>
          </p:cNvPr>
          <p:cNvSpPr txBox="1"/>
          <p:nvPr/>
        </p:nvSpPr>
        <p:spPr>
          <a:xfrm>
            <a:off x="2803569" y="2051027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FB0B3FB-BB3B-472A-594B-6CE9981E545D}"/>
              </a:ext>
            </a:extLst>
          </p:cNvPr>
          <p:cNvSpPr txBox="1"/>
          <p:nvPr/>
        </p:nvSpPr>
        <p:spPr>
          <a:xfrm>
            <a:off x="2813192" y="307408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3261434-7FE8-EE4F-B0F5-88DE3D049DA4}"/>
              </a:ext>
            </a:extLst>
          </p:cNvPr>
          <p:cNvSpPr txBox="1"/>
          <p:nvPr/>
        </p:nvSpPr>
        <p:spPr>
          <a:xfrm>
            <a:off x="7969562" y="3475247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1" name="Google Shape;230;p30">
            <a:extLst>
              <a:ext uri="{FF2B5EF4-FFF2-40B4-BE49-F238E27FC236}">
                <a16:creationId xmlns:a16="http://schemas.microsoft.com/office/drawing/2014/main" id="{BF036A41-9221-67FB-3917-A90BE69DF7E8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D1E8298-7888-9A09-6CAD-B22E551D8E8F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9050FC22-5B55-D27F-2F25-AF8AC113E88F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7BE02AA0-6113-3205-A2F4-9C35D8CBA344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6A943F3A-0E08-FB88-C961-21946B01C84C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34B366C-C1EC-8CE0-FB1B-903554419835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9738D051-2932-1133-01B5-6776F7A9F624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8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2FC91554-EDCC-B6EC-8903-921B7AF41A4D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29" name="矩形 28">
            <a:hlinkClick r:id="rId11" action="ppaction://hlinksldjump"/>
            <a:extLst>
              <a:ext uri="{FF2B5EF4-FFF2-40B4-BE49-F238E27FC236}">
                <a16:creationId xmlns:a16="http://schemas.microsoft.com/office/drawing/2014/main" id="{B0452373-A9C8-F8CD-6AD4-7E0715EC9513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hlinkClick r:id="rId9" action="ppaction://hlinksldjump"/>
            <a:extLst>
              <a:ext uri="{FF2B5EF4-FFF2-40B4-BE49-F238E27FC236}">
                <a16:creationId xmlns:a16="http://schemas.microsoft.com/office/drawing/2014/main" id="{1D5DB89F-2DCB-A69F-8AA7-43E343867625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hlinkClick r:id="rId12" action="ppaction://hlinksldjump"/>
            <a:extLst>
              <a:ext uri="{FF2B5EF4-FFF2-40B4-BE49-F238E27FC236}">
                <a16:creationId xmlns:a16="http://schemas.microsoft.com/office/drawing/2014/main" id="{EE34372B-8ECE-122F-0850-A57C5C69F1B2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13" action="ppaction://hlinksldjump"/>
            <a:extLst>
              <a:ext uri="{FF2B5EF4-FFF2-40B4-BE49-F238E27FC236}">
                <a16:creationId xmlns:a16="http://schemas.microsoft.com/office/drawing/2014/main" id="{348FB2B8-645A-E303-4DFA-06C6C7225BDA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4" action="ppaction://hlinksldjump"/>
            <a:extLst>
              <a:ext uri="{FF2B5EF4-FFF2-40B4-BE49-F238E27FC236}">
                <a16:creationId xmlns:a16="http://schemas.microsoft.com/office/drawing/2014/main" id="{3B94080F-EEA1-6287-D29E-BCD6E46CADFC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CC65789E-C55C-8FF2-0CA7-E6C0237F6CBF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5" action="ppaction://hlinksldjump"/>
            <a:extLst>
              <a:ext uri="{FF2B5EF4-FFF2-40B4-BE49-F238E27FC236}">
                <a16:creationId xmlns:a16="http://schemas.microsoft.com/office/drawing/2014/main" id="{7C319E2C-7903-D54F-C6F8-9C747BC005C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D09C4B5-465A-35B6-9789-97F715CE90C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CCFD0569-6D18-9DE4-F6F0-D6DA11577253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6" action="ppaction://hlinksldjump"/>
            <a:extLst>
              <a:ext uri="{FF2B5EF4-FFF2-40B4-BE49-F238E27FC236}">
                <a16:creationId xmlns:a16="http://schemas.microsoft.com/office/drawing/2014/main" id="{15FC21BE-FAC9-9220-7EAF-FAA2CDE54DA7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889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0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27104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GOHOME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充電限制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53900" y="1214689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一定要有從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出發到非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終點的路徑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5063980" y="177138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ED9511-32F8-E0F2-BC8B-63D1F69371BF}"/>
              </a:ext>
            </a:extLst>
          </p:cNvPr>
          <p:cNvSpPr txBox="1"/>
          <p:nvPr/>
        </p:nvSpPr>
        <p:spPr>
          <a:xfrm>
            <a:off x="3591958" y="704317"/>
            <a:ext cx="4800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80000"/>
              <a:buFont typeface="Times New Roman" panose="02020603050405020304" pitchFamily="18" charset="0"/>
              <a:buChar char="֍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為了找到執行充電活動的路徑順序，除了原先的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外，最初和最尾各加了一個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e.g.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659897-DFBF-6CE0-E1B4-3F4250883892}"/>
              </a:ext>
            </a:extLst>
          </p:cNvPr>
          <p:cNvSpPr txBox="1"/>
          <p:nvPr/>
        </p:nvSpPr>
        <p:spPr>
          <a:xfrm>
            <a:off x="153900" y="2447750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一定要回到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終點且非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FE573F7-8A7C-C5F7-529E-E1D179EBD20C}"/>
              </a:ext>
            </a:extLst>
          </p:cNvPr>
          <p:cNvSpPr txBox="1"/>
          <p:nvPr/>
        </p:nvSpPr>
        <p:spPr>
          <a:xfrm>
            <a:off x="153899" y="3524840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避免走回頭路（即數字小往數字大者移動）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9981ACB-D888-851E-83D4-BDD7EC4B4AD5}"/>
                  </a:ext>
                </a:extLst>
              </p:cNvPr>
              <p:cNvSpPr txBox="1"/>
              <p:nvPr/>
            </p:nvSpPr>
            <p:spPr>
              <a:xfrm>
                <a:off x="153899" y="1606438"/>
                <a:ext cx="2565189" cy="637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9981ACB-D888-851E-83D4-BDD7EC4B4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99" y="1606438"/>
                <a:ext cx="2565189" cy="637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148697" y="2789608"/>
                <a:ext cx="2713948" cy="613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𝑖𝑒𝑛𝑑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7" y="2789608"/>
                <a:ext cx="2713948" cy="6133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BD14AE3-0D37-5C48-34B2-48A716AA8549}"/>
                  </a:ext>
                </a:extLst>
              </p:cNvPr>
              <p:cNvSpPr txBox="1"/>
              <p:nvPr/>
            </p:nvSpPr>
            <p:spPr>
              <a:xfrm>
                <a:off x="147605" y="3881066"/>
                <a:ext cx="4247125" cy="637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𝐺𝑂𝐻𝑂𝑀𝐸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BD14AE3-0D37-5C48-34B2-48A716AA8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5" y="3881066"/>
                <a:ext cx="4247125" cy="63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5FC72A3C-87DA-E51F-89FC-40FAF32C723F}"/>
              </a:ext>
            </a:extLst>
          </p:cNvPr>
          <p:cNvSpPr txBox="1"/>
          <p:nvPr/>
        </p:nvSpPr>
        <p:spPr>
          <a:xfrm>
            <a:off x="5059858" y="294237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BAA1A0E-CC36-510E-AA37-4B1A8776AAEA}"/>
              </a:ext>
            </a:extLst>
          </p:cNvPr>
          <p:cNvSpPr txBox="1"/>
          <p:nvPr/>
        </p:nvSpPr>
        <p:spPr>
          <a:xfrm>
            <a:off x="5063977" y="404601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5" name="Google Shape;230;p30">
            <a:extLst>
              <a:ext uri="{FF2B5EF4-FFF2-40B4-BE49-F238E27FC236}">
                <a16:creationId xmlns:a16="http://schemas.microsoft.com/office/drawing/2014/main" id="{51C53E0C-E1A0-1E8A-DA7F-4C213807C2D7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198C57B-CAFE-CA21-33CD-2D4502CEEB6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129C29E7-BE1C-C3CE-DA30-FC96AD92011A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06F9D7BB-7CBF-4861-D937-5DE7442B6E14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D13CB372-B671-86A3-60F0-538D3AC33874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0081ECB-C3A4-39C1-3EBD-2212D22F09B6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E47F7474-2573-ADFC-4112-FD450EAE4BBD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7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2655F5E6-43AA-CDF1-5E4B-AB8A40BA644E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EE0228EE-1FE2-99B0-B99E-C6233D1BF96C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7" action="ppaction://hlinksldjump"/>
            <a:extLst>
              <a:ext uri="{FF2B5EF4-FFF2-40B4-BE49-F238E27FC236}">
                <a16:creationId xmlns:a16="http://schemas.microsoft.com/office/drawing/2014/main" id="{095F303D-7383-4C07-F12A-1B52854C1A52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hlinkClick r:id="rId10" action="ppaction://hlinksldjump"/>
            <a:extLst>
              <a:ext uri="{FF2B5EF4-FFF2-40B4-BE49-F238E27FC236}">
                <a16:creationId xmlns:a16="http://schemas.microsoft.com/office/drawing/2014/main" id="{55D4F72D-3A6F-9EE7-0F07-9177748DE109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1" action="ppaction://hlinksldjump"/>
            <a:extLst>
              <a:ext uri="{FF2B5EF4-FFF2-40B4-BE49-F238E27FC236}">
                <a16:creationId xmlns:a16="http://schemas.microsoft.com/office/drawing/2014/main" id="{4D01AEE6-E96E-8E21-4C42-8A5C4DF85DC5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2" action="ppaction://hlinksldjump"/>
            <a:extLst>
              <a:ext uri="{FF2B5EF4-FFF2-40B4-BE49-F238E27FC236}">
                <a16:creationId xmlns:a16="http://schemas.microsoft.com/office/drawing/2014/main" id="{4029B5E9-1270-BF6C-B191-7DF8BC32B2A7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2" action="ppaction://hlinksldjump"/>
            <a:extLst>
              <a:ext uri="{FF2B5EF4-FFF2-40B4-BE49-F238E27FC236}">
                <a16:creationId xmlns:a16="http://schemas.microsoft.com/office/drawing/2014/main" id="{5AC38648-CA67-224C-F834-C1CD8E64B02C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3" action="ppaction://hlinksldjump"/>
            <a:extLst>
              <a:ext uri="{FF2B5EF4-FFF2-40B4-BE49-F238E27FC236}">
                <a16:creationId xmlns:a16="http://schemas.microsoft.com/office/drawing/2014/main" id="{53A26357-85ED-FABF-5C80-808DC4C5A74E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B16F51F-1BCF-90FB-D480-FBD9979F4C69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6AC5471D-32DA-F319-2B15-AA2677B732C8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7" name="矩形 46">
            <a:hlinkClick r:id="rId14" action="ppaction://hlinksldjump"/>
            <a:extLst>
              <a:ext uri="{FF2B5EF4-FFF2-40B4-BE49-F238E27FC236}">
                <a16:creationId xmlns:a16="http://schemas.microsoft.com/office/drawing/2014/main" id="{A227743F-ABF3-ECFA-65DF-446B33250E38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684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0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27104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GOHOME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充電限制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53900" y="1301314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除了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，其餘有進就有出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6950534" y="185801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D8AAEB-F735-1A3A-DF04-BCB28BB9586F}"/>
              </a:ext>
            </a:extLst>
          </p:cNvPr>
          <p:cNvSpPr txBox="1"/>
          <p:nvPr/>
        </p:nvSpPr>
        <p:spPr>
          <a:xfrm>
            <a:off x="6950532" y="296165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ED9511-32F8-E0F2-BC8B-63D1F69371BF}"/>
              </a:ext>
            </a:extLst>
          </p:cNvPr>
          <p:cNvSpPr txBox="1"/>
          <p:nvPr/>
        </p:nvSpPr>
        <p:spPr>
          <a:xfrm>
            <a:off x="3591958" y="704317"/>
            <a:ext cx="4800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80000"/>
              <a:buFont typeface="Times New Roman" panose="02020603050405020304" pitchFamily="18" charset="0"/>
              <a:buChar char="֍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為了找到執行充電活動的路徑順序，除了原先的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外，最初和最尾各加了一個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e.g.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659897-DFBF-6CE0-E1B4-3F4250883892}"/>
              </a:ext>
            </a:extLst>
          </p:cNvPr>
          <p:cNvSpPr txBox="1"/>
          <p:nvPr/>
        </p:nvSpPr>
        <p:spPr>
          <a:xfrm>
            <a:off x="153900" y="2457371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不能重複訪問一個點，每個點也只能訪問一個點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9981ACB-D888-851E-83D4-BDD7EC4B4AD5}"/>
                  </a:ext>
                </a:extLst>
              </p:cNvPr>
              <p:cNvSpPr txBox="1"/>
              <p:nvPr/>
            </p:nvSpPr>
            <p:spPr>
              <a:xfrm>
                <a:off x="147605" y="1697320"/>
                <a:ext cx="6447727" cy="637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𝑔𝑜h𝑜𝑚𝑒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𝑟𝑜𝑢𝑡𝑒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𝑔𝑜h𝑜𝑚𝑒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𝑟𝑜𝑢𝑡𝑒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𝐺𝑂𝐻𝑂𝑀𝐸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9981ACB-D888-851E-83D4-BDD7EC4B4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5" y="1697320"/>
                <a:ext cx="6447727" cy="637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148697" y="2808853"/>
                <a:ext cx="5075172" cy="613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=1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𝐺𝑂𝐻𝑂𝑀𝐸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7" y="2808853"/>
                <a:ext cx="5075172" cy="613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5FC72A3C-87DA-E51F-89FC-40FAF32C723F}"/>
              </a:ext>
            </a:extLst>
          </p:cNvPr>
          <p:cNvSpPr txBox="1"/>
          <p:nvPr/>
        </p:nvSpPr>
        <p:spPr>
          <a:xfrm>
            <a:off x="6950532" y="375751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A3B9B11-9472-8293-E133-2947E251B8B3}"/>
                  </a:ext>
                </a:extLst>
              </p:cNvPr>
              <p:cNvSpPr txBox="1"/>
              <p:nvPr/>
            </p:nvSpPr>
            <p:spPr>
              <a:xfrm>
                <a:off x="47758" y="3543295"/>
                <a:ext cx="5277050" cy="730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𝐺𝑂𝐻𝑂𝑀𝐸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A3B9B11-9472-8293-E133-2947E251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8" y="3543295"/>
                <a:ext cx="5277050" cy="730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598FF378-87CD-5E2E-BDF1-F45680F7713D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DC5AAAD-9747-B7ED-9C9C-50E70B10AA36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62A7F8C1-1FA2-FBEB-2B7E-71A2EC96754E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D20F75C2-667D-3BE0-D74B-5A9B67D1A662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10D3C9D9-892A-0666-B0F5-3B605E10FEFC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76CA136-B701-8FE9-B3D4-3ED621979CE0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42D56C7D-2200-4AB1-B075-FD420098EAB4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6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1F07A8B5-AEBB-F51A-BB4B-A71DF294F6DF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7" name="矩形 36">
            <a:hlinkClick r:id="rId9" action="ppaction://hlinksldjump"/>
            <a:extLst>
              <a:ext uri="{FF2B5EF4-FFF2-40B4-BE49-F238E27FC236}">
                <a16:creationId xmlns:a16="http://schemas.microsoft.com/office/drawing/2014/main" id="{34202948-5C6F-657D-5405-2F737FB893BB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7" action="ppaction://hlinksldjump"/>
            <a:extLst>
              <a:ext uri="{FF2B5EF4-FFF2-40B4-BE49-F238E27FC236}">
                <a16:creationId xmlns:a16="http://schemas.microsoft.com/office/drawing/2014/main" id="{254C52C5-AEBC-2383-E11A-79DBEA41488D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305E6388-5898-33AD-693C-DDAD7DC2A03B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1" action="ppaction://hlinksldjump"/>
            <a:extLst>
              <a:ext uri="{FF2B5EF4-FFF2-40B4-BE49-F238E27FC236}">
                <a16:creationId xmlns:a16="http://schemas.microsoft.com/office/drawing/2014/main" id="{4B149DED-5DCD-B17A-6F57-E223AF5ACF94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5A5474D0-A091-C84E-B04F-0D2761C8A4B3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2" action="ppaction://hlinksldjump"/>
            <a:extLst>
              <a:ext uri="{FF2B5EF4-FFF2-40B4-BE49-F238E27FC236}">
                <a16:creationId xmlns:a16="http://schemas.microsoft.com/office/drawing/2014/main" id="{6D532A73-D4E6-360E-52AE-93E568B4723F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3" action="ppaction://hlinksldjump"/>
            <a:extLst>
              <a:ext uri="{FF2B5EF4-FFF2-40B4-BE49-F238E27FC236}">
                <a16:creationId xmlns:a16="http://schemas.microsoft.com/office/drawing/2014/main" id="{DB61B2D2-2B5B-E2E8-2F95-04C5C630F933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5D6396E-D653-6D89-4696-9A60A1F12FF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7EA8D8B4-C78D-2596-19DD-C8E09408DF48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6" name="矩形 45">
            <a:hlinkClick r:id="rId14" action="ppaction://hlinksldjump"/>
            <a:extLst>
              <a:ext uri="{FF2B5EF4-FFF2-40B4-BE49-F238E27FC236}">
                <a16:creationId xmlns:a16="http://schemas.microsoft.com/office/drawing/2014/main" id="{F2F1C1FA-7416-EB0D-3DD3-216827323892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49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0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27104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GOHOME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充電限制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153900" y="1301314"/>
                <a:ext cx="492211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有進入的點才能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𝑔𝑜h𝑜𝑚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00" y="1301314"/>
                <a:ext cx="4922115" cy="307777"/>
              </a:xfrm>
              <a:prstGeom prst="rect">
                <a:avLst/>
              </a:prstGeom>
              <a:blipFill>
                <a:blip r:embed="rId3"/>
                <a:stretch>
                  <a:fillRect l="-371"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7104539" y="185801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D8AAEB-F735-1A3A-DF04-BCB28BB9586F}"/>
              </a:ext>
            </a:extLst>
          </p:cNvPr>
          <p:cNvSpPr txBox="1"/>
          <p:nvPr/>
        </p:nvSpPr>
        <p:spPr>
          <a:xfrm>
            <a:off x="7104537" y="312528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ED9511-32F8-E0F2-BC8B-63D1F69371BF}"/>
              </a:ext>
            </a:extLst>
          </p:cNvPr>
          <p:cNvSpPr txBox="1"/>
          <p:nvPr/>
        </p:nvSpPr>
        <p:spPr>
          <a:xfrm>
            <a:off x="3591958" y="704317"/>
            <a:ext cx="4800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80000"/>
              <a:buFont typeface="Times New Roman" panose="02020603050405020304" pitchFamily="18" charset="0"/>
              <a:buChar char="֍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為了找到執行充電活動的路徑順序，除了原先的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外，最初和最尾各加了一個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dummy point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e.g.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659897-DFBF-6CE0-E1B4-3F4250883892}"/>
              </a:ext>
            </a:extLst>
          </p:cNvPr>
          <p:cNvSpPr txBox="1"/>
          <p:nvPr/>
        </p:nvSpPr>
        <p:spPr>
          <a:xfrm>
            <a:off x="153900" y="2457371"/>
            <a:ext cx="4922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GOHOME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間不能大於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153900" y="1702847"/>
                <a:ext cx="6382645" cy="613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𝑔𝑜h𝑜𝑚𝑒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𝐺𝑂𝐻𝑂𝑀𝐸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00" y="1702847"/>
                <a:ext cx="6382645" cy="613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D58ED52-3D6B-0B73-6236-F687A6869795}"/>
                  </a:ext>
                </a:extLst>
              </p:cNvPr>
              <p:cNvSpPr txBox="1"/>
              <p:nvPr/>
            </p:nvSpPr>
            <p:spPr>
              <a:xfrm>
                <a:off x="120879" y="2950591"/>
                <a:ext cx="6942157" cy="637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𝐺𝑂𝐻𝑂𝑀𝐸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𝐺𝑂𝐻𝑂𝑀𝐸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𝑠𝑖𝑧𝑒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𝑔𝑜h𝑜𝑚𝑒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𝑠𝑡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𝑔𝑜h𝑜𝑚𝑒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𝑔𝑜h𝑜𝑚𝑒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𝑟𝑜𝑢𝑡𝑒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≤50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D58ED52-3D6B-0B73-6236-F687A6869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9" y="2950591"/>
                <a:ext cx="6942157" cy="63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ED427A2B-FEAA-DB2C-2CB6-48E2BBD56128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D11DBC-61CC-6BBE-FFD8-950A67A8D552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6;p30">
            <a:hlinkClick r:id="rId6" action="ppaction://hlinksldjump"/>
            <a:extLst>
              <a:ext uri="{FF2B5EF4-FFF2-40B4-BE49-F238E27FC236}">
                <a16:creationId xmlns:a16="http://schemas.microsoft.com/office/drawing/2014/main" id="{2A1907FD-BD65-2C14-4602-F9457B47C910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3DE5B324-9022-2725-6E44-1651C0854F11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Google Shape;238;p30">
            <a:hlinkClick r:id="rId8" action="ppaction://hlinksldjump"/>
            <a:extLst>
              <a:ext uri="{FF2B5EF4-FFF2-40B4-BE49-F238E27FC236}">
                <a16:creationId xmlns:a16="http://schemas.microsoft.com/office/drawing/2014/main" id="{68B46CEC-C499-CF07-81F9-D41DD5A79A04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A46DF6C-BFCA-8993-1882-21CECE411ECF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E51112E7-46F6-59F7-BE54-99FF4ACE5517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4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52DE2127-18EC-A556-1551-E5F9AE591F34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5" name="矩形 34">
            <a:hlinkClick r:id="rId9" action="ppaction://hlinksldjump"/>
            <a:extLst>
              <a:ext uri="{FF2B5EF4-FFF2-40B4-BE49-F238E27FC236}">
                <a16:creationId xmlns:a16="http://schemas.microsoft.com/office/drawing/2014/main" id="{3FE2081B-5C19-75C2-1CCB-679464600D0B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7" action="ppaction://hlinksldjump"/>
            <a:extLst>
              <a:ext uri="{FF2B5EF4-FFF2-40B4-BE49-F238E27FC236}">
                <a16:creationId xmlns:a16="http://schemas.microsoft.com/office/drawing/2014/main" id="{43217174-760B-722D-FE6A-1EF068602D9C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hlinkClick r:id="rId10" action="ppaction://hlinksldjump"/>
            <a:extLst>
              <a:ext uri="{FF2B5EF4-FFF2-40B4-BE49-F238E27FC236}">
                <a16:creationId xmlns:a16="http://schemas.microsoft.com/office/drawing/2014/main" id="{B87B71C8-7A0B-73E1-0C4C-9BC3D4FDD916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11" action="ppaction://hlinksldjump"/>
            <a:extLst>
              <a:ext uri="{FF2B5EF4-FFF2-40B4-BE49-F238E27FC236}">
                <a16:creationId xmlns:a16="http://schemas.microsoft.com/office/drawing/2014/main" id="{545287D4-33EA-AF0F-F1E1-FA55FAE92725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2" action="ppaction://hlinksldjump"/>
            <a:extLst>
              <a:ext uri="{FF2B5EF4-FFF2-40B4-BE49-F238E27FC236}">
                <a16:creationId xmlns:a16="http://schemas.microsoft.com/office/drawing/2014/main" id="{BE4829C2-43FE-5E68-075A-E1FE2E4C2B02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2" action="ppaction://hlinksldjump"/>
            <a:extLst>
              <a:ext uri="{FF2B5EF4-FFF2-40B4-BE49-F238E27FC236}">
                <a16:creationId xmlns:a16="http://schemas.microsoft.com/office/drawing/2014/main" id="{BB9AD986-89A6-6764-D69F-278E7DA2A043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3" action="ppaction://hlinksldjump"/>
            <a:extLst>
              <a:ext uri="{FF2B5EF4-FFF2-40B4-BE49-F238E27FC236}">
                <a16:creationId xmlns:a16="http://schemas.microsoft.com/office/drawing/2014/main" id="{CF9705B0-FB4D-E1F7-C2C7-BBDC82C8CBF6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F19207-BBF6-57F0-4D1D-35452060B8DB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Google Shape;237;p30">
            <a:hlinkClick r:id="rId7" action="ppaction://hlinksldjump"/>
            <a:extLst>
              <a:ext uri="{FF2B5EF4-FFF2-40B4-BE49-F238E27FC236}">
                <a16:creationId xmlns:a16="http://schemas.microsoft.com/office/drawing/2014/main" id="{6C41269C-2A06-B1B0-017B-DB31B36EEE91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5F414FAB-A109-F523-0858-9D16DCADDFA7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315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0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5" y="532935"/>
            <a:ext cx="327104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S-band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地面站接觸</a:t>
            </a:r>
            <a:endParaRPr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28774" y="1156939"/>
                <a:ext cx="548650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選擇和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接觸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𝑎𝑐𝑡𝑖𝑣𝑖𝑡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4" y="1156939"/>
                <a:ext cx="5486504" cy="325089"/>
              </a:xfrm>
              <a:prstGeom prst="rect">
                <a:avLst/>
              </a:prstGeom>
              <a:blipFill>
                <a:blip r:embed="rId3"/>
                <a:stretch>
                  <a:fillRect l="-333" t="-3774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7969769" y="153392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D8AAEB-F735-1A3A-DF04-BCB28BB9586F}"/>
              </a:ext>
            </a:extLst>
          </p:cNvPr>
          <p:cNvSpPr txBox="1"/>
          <p:nvPr/>
        </p:nvSpPr>
        <p:spPr>
          <a:xfrm>
            <a:off x="7982965" y="2170947"/>
            <a:ext cx="634175" cy="31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79975" y="1571435"/>
                <a:ext cx="8123826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𝑎𝑐𝑡𝑖𝑣𝑖𝑡𝑦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𝑐𝑜𝑛𝑡𝑎𝑐𝑡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𝑟𝑖𝑠𝑒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𝑎𝑐𝑡𝑖𝑣𝑖𝑡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𝑎𝑐𝑡𝑖𝑣𝑖𝑡𝑦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5" y="1571435"/>
                <a:ext cx="8123826" cy="232756"/>
              </a:xfrm>
              <a:prstGeom prst="rect">
                <a:avLst/>
              </a:prstGeom>
              <a:blipFill>
                <a:blip r:embed="rId4"/>
                <a:stretch>
                  <a:fillRect l="-975" b="-2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DD18E4E-FCCD-D0E2-F357-B92AB2D3F9B3}"/>
                  </a:ext>
                </a:extLst>
              </p:cNvPr>
              <p:cNvSpPr txBox="1"/>
              <p:nvPr/>
            </p:nvSpPr>
            <p:spPr>
              <a:xfrm>
                <a:off x="79975" y="2046875"/>
                <a:ext cx="8984049" cy="24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𝑓𝑎𝑑𝑒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𝑎𝑐𝑡𝑖𝑣𝑖𝑡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𝑎𝑐𝑡𝑖𝑣𝑖𝑡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DD18E4E-FCCD-D0E2-F357-B92AB2D3F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5" y="2046875"/>
                <a:ext cx="8984049" cy="248145"/>
              </a:xfrm>
              <a:prstGeom prst="rect">
                <a:avLst/>
              </a:prstGeom>
              <a:blipFill>
                <a:blip r:embed="rId5"/>
                <a:stretch>
                  <a:fillRect l="-882" b="-2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B1E65D9-CF08-EEAF-CC01-6B1E80167239}"/>
                  </a:ext>
                </a:extLst>
              </p:cNvPr>
              <p:cNvSpPr txBox="1"/>
              <p:nvPr/>
            </p:nvSpPr>
            <p:spPr>
              <a:xfrm>
                <a:off x="11175" y="2298879"/>
                <a:ext cx="47019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𝑎𝑐𝑡𝑖𝑣𝑖𝑡𝑦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B1E65D9-CF08-EEAF-CC01-6B1E8016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" y="2298879"/>
                <a:ext cx="4701940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0EC7C2B-4F2F-9F45-21D0-6A80C381C982}"/>
                  </a:ext>
                </a:extLst>
              </p:cNvPr>
              <p:cNvSpPr txBox="1"/>
              <p:nvPr/>
            </p:nvSpPr>
            <p:spPr>
              <a:xfrm>
                <a:off x="0" y="4192739"/>
                <a:ext cx="5965544" cy="637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</m:sup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𝑎𝑐𝑡𝑖𝑣𝑖𝑡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𝑎𝑐𝑡𝑖𝑣𝑖𝑡𝑦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𝑎𝑐𝑡𝑖𝑣𝑖𝑡𝑦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0EC7C2B-4F2F-9F45-21D0-6A80C381C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2739"/>
                <a:ext cx="5965544" cy="6376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1FD1D4-3E8C-389C-EC98-179B91D4F376}"/>
                  </a:ext>
                </a:extLst>
              </p:cNvPr>
              <p:cNvSpPr txBox="1"/>
              <p:nvPr/>
            </p:nvSpPr>
            <p:spPr>
              <a:xfrm>
                <a:off x="5505" y="3742441"/>
                <a:ext cx="548650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沒有和任何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接觸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𝑎𝑐𝑡𝑖𝑣𝑖𝑡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1FD1D4-3E8C-389C-EC98-179B91D4F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" y="3742441"/>
                <a:ext cx="5486504" cy="325089"/>
              </a:xfrm>
              <a:prstGeom prst="rect">
                <a:avLst/>
              </a:prstGeom>
              <a:blipFill>
                <a:blip r:embed="rId8"/>
                <a:stretch>
                  <a:fillRect l="-333" t="-3774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6C6539B-1BFC-E244-A09C-BD48FBF9F3DE}"/>
                  </a:ext>
                </a:extLst>
              </p:cNvPr>
              <p:cNvSpPr txBox="1"/>
              <p:nvPr/>
            </p:nvSpPr>
            <p:spPr>
              <a:xfrm>
                <a:off x="0" y="2688136"/>
                <a:ext cx="548650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每個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𝑎𝑐𝑡𝑖𝑣𝑖𝑡𝑦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只能最多和一個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接觸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6C6539B-1BFC-E244-A09C-BD48FBF9F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88136"/>
                <a:ext cx="5486504" cy="325089"/>
              </a:xfrm>
              <a:prstGeom prst="rect">
                <a:avLst/>
              </a:prstGeom>
              <a:blipFill>
                <a:blip r:embed="rId9"/>
                <a:stretch>
                  <a:fillRect l="-333" t="-3774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E6EED88-9DE3-4C73-3307-3D96B53660BF}"/>
                  </a:ext>
                </a:extLst>
              </p:cNvPr>
              <p:cNvSpPr txBox="1"/>
              <p:nvPr/>
            </p:nvSpPr>
            <p:spPr>
              <a:xfrm>
                <a:off x="0" y="2962250"/>
                <a:ext cx="7526956" cy="730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𝑎𝑐𝑡𝑖𝑣𝑖𝑡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E6EED88-9DE3-4C73-3307-3D96B5366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62250"/>
                <a:ext cx="7526956" cy="7300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65F096D-92FF-4BB8-3B7B-74907E0F57F8}"/>
                  </a:ext>
                </a:extLst>
              </p:cNvPr>
              <p:cNvSpPr txBox="1"/>
              <p:nvPr/>
            </p:nvSpPr>
            <p:spPr>
              <a:xfrm>
                <a:off x="2898877" y="3267193"/>
                <a:ext cx="2293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𝑎𝑐𝑡𝑖𝑣𝑖𝑡𝑦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65F096D-92FF-4BB8-3B7B-74907E0F5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877" y="3267193"/>
                <a:ext cx="2293219" cy="307777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2D9B095D-4AAD-314D-6709-E9549BA19E43}"/>
              </a:ext>
            </a:extLst>
          </p:cNvPr>
          <p:cNvSpPr txBox="1"/>
          <p:nvPr/>
        </p:nvSpPr>
        <p:spPr>
          <a:xfrm>
            <a:off x="7980702" y="3221800"/>
            <a:ext cx="634175" cy="31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89EC517-83AD-7FE1-C03B-09A3A6F6A58C}"/>
              </a:ext>
            </a:extLst>
          </p:cNvPr>
          <p:cNvSpPr txBox="1"/>
          <p:nvPr/>
        </p:nvSpPr>
        <p:spPr>
          <a:xfrm>
            <a:off x="7982964" y="4356107"/>
            <a:ext cx="634175" cy="31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" name="Google Shape;230;p30">
            <a:extLst>
              <a:ext uri="{FF2B5EF4-FFF2-40B4-BE49-F238E27FC236}">
                <a16:creationId xmlns:a16="http://schemas.microsoft.com/office/drawing/2014/main" id="{CEE09C81-C47D-0BC4-BAF9-5F29C1D8BBF7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FADB8E3-C787-BF0D-0AFD-5BD9C5D39B3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Google Shape;236;p30">
            <a:hlinkClick r:id="rId12" action="ppaction://hlinksldjump"/>
            <a:extLst>
              <a:ext uri="{FF2B5EF4-FFF2-40B4-BE49-F238E27FC236}">
                <a16:creationId xmlns:a16="http://schemas.microsoft.com/office/drawing/2014/main" id="{59A6CCF0-385E-196E-1900-2818A42DBB79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591C365B-61AE-A1EC-699D-B5E1D2966655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Google Shape;238;p30">
            <a:hlinkClick r:id="rId14" action="ppaction://hlinksldjump"/>
            <a:extLst>
              <a:ext uri="{FF2B5EF4-FFF2-40B4-BE49-F238E27FC236}">
                <a16:creationId xmlns:a16="http://schemas.microsoft.com/office/drawing/2014/main" id="{9EA720F5-EA19-E14E-66D9-84A758DFCF61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C8D6693-A6D6-7B98-B617-EAC881C81FB2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2BC50B09-64B0-2E34-A43B-FD47F3D1CC22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40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6F95CC00-DAE1-40E7-1CBF-D9E905263E75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41" name="矩形 40">
            <a:hlinkClick r:id="rId15" action="ppaction://hlinksldjump"/>
            <a:extLst>
              <a:ext uri="{FF2B5EF4-FFF2-40B4-BE49-F238E27FC236}">
                <a16:creationId xmlns:a16="http://schemas.microsoft.com/office/drawing/2014/main" id="{95BD8601-BA6F-5148-EC50-6926C69F9E4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B4F66C7B-598F-4913-7C78-A50BD9C81BD3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矩形 42">
            <a:hlinkClick r:id="rId16" action="ppaction://hlinksldjump"/>
            <a:extLst>
              <a:ext uri="{FF2B5EF4-FFF2-40B4-BE49-F238E27FC236}">
                <a16:creationId xmlns:a16="http://schemas.microsoft.com/office/drawing/2014/main" id="{E42C66E1-AB2C-429A-86F2-E269937DB4EA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7" action="ppaction://hlinksldjump"/>
            <a:extLst>
              <a:ext uri="{FF2B5EF4-FFF2-40B4-BE49-F238E27FC236}">
                <a16:creationId xmlns:a16="http://schemas.microsoft.com/office/drawing/2014/main" id="{D845C908-23D7-FB38-5705-BA74DDC1A2DE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8" action="ppaction://hlinksldjump"/>
            <a:extLst>
              <a:ext uri="{FF2B5EF4-FFF2-40B4-BE49-F238E27FC236}">
                <a16:creationId xmlns:a16="http://schemas.microsoft.com/office/drawing/2014/main" id="{7F9B1E85-3152-DB15-3634-07AFF38EE27D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rId18" action="ppaction://hlinksldjump"/>
            <a:extLst>
              <a:ext uri="{FF2B5EF4-FFF2-40B4-BE49-F238E27FC236}">
                <a16:creationId xmlns:a16="http://schemas.microsoft.com/office/drawing/2014/main" id="{4BDEB3A7-B24C-2C46-EF44-7D54F528F448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hlinkClick r:id="rId19" action="ppaction://hlinksldjump"/>
            <a:extLst>
              <a:ext uri="{FF2B5EF4-FFF2-40B4-BE49-F238E27FC236}">
                <a16:creationId xmlns:a16="http://schemas.microsoft.com/office/drawing/2014/main" id="{F03AA046-A58F-791A-82F1-6F1000719AC1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A8C8AE6-84A0-D9B8-3DEF-41FCB80045E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A4159DF3-3853-5ABC-768E-5731F9F8EF3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0" name="矩形 49">
            <a:hlinkClick r:id="rId20" action="ppaction://hlinksldjump"/>
            <a:extLst>
              <a:ext uri="{FF2B5EF4-FFF2-40B4-BE49-F238E27FC236}">
                <a16:creationId xmlns:a16="http://schemas.microsoft.com/office/drawing/2014/main" id="{29F0685B-9D12-74A9-EDD8-461F0E3605F0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096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60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588825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Duty Cycle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限制</a:t>
            </a:r>
            <a:r>
              <a:rPr lang="zh-TW" altLang="en-US" sz="11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1100" dirty="0">
                <a:solidFill>
                  <a:srgbClr val="C0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– RSI_REC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86524" y="1214689"/>
                <a:ext cx="5486504" cy="329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用來判斷是否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overlap</a:t>
                </a:r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4" y="1214689"/>
                <a:ext cx="5486504" cy="329577"/>
              </a:xfrm>
              <a:prstGeom prst="rect">
                <a:avLst/>
              </a:prstGeom>
              <a:blipFill>
                <a:blip r:embed="rId3"/>
                <a:stretch>
                  <a:fillRect l="-333" t="-1852" b="-1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8341552" y="180150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137725" y="1831319"/>
                <a:ext cx="8123826" cy="24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𝑝𝑒𝑛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𝑒𝑐𝑙𝑖𝑝𝑠𝑒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5" y="1831319"/>
                <a:ext cx="8123826" cy="248145"/>
              </a:xfrm>
              <a:prstGeom prst="rect">
                <a:avLst/>
              </a:prstGeom>
              <a:blipFill>
                <a:blip r:embed="rId4"/>
                <a:stretch>
                  <a:fillRect l="-1051" b="-21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3140910-9BC7-B19C-F0E1-701A9438FFD8}"/>
                  </a:ext>
                </a:extLst>
              </p:cNvPr>
              <p:cNvSpPr txBox="1"/>
              <p:nvPr/>
            </p:nvSpPr>
            <p:spPr>
              <a:xfrm>
                <a:off x="137725" y="2195650"/>
                <a:ext cx="8123826" cy="24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𝑝𝑒𝑛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𝑒𝑐𝑙𝑖𝑝𝑠𝑒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3140910-9BC7-B19C-F0E1-701A9438F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5" y="2195650"/>
                <a:ext cx="8123826" cy="248145"/>
              </a:xfrm>
              <a:prstGeom prst="rect">
                <a:avLst/>
              </a:prstGeom>
              <a:blipFill>
                <a:blip r:embed="rId5"/>
                <a:stretch>
                  <a:fillRect l="-1051" b="-21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5055A88-3AFC-A29D-8B2D-5C7F8EB9F477}"/>
                  </a:ext>
                </a:extLst>
              </p:cNvPr>
              <p:cNvSpPr txBox="1"/>
              <p:nvPr/>
            </p:nvSpPr>
            <p:spPr>
              <a:xfrm>
                <a:off x="57724" y="1502187"/>
                <a:ext cx="5486504" cy="329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𝑜𝑣𝑒𝑟𝑙𝑎𝑝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5055A88-3AFC-A29D-8B2D-5C7F8EB9F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4" y="1502187"/>
                <a:ext cx="5486504" cy="329577"/>
              </a:xfrm>
              <a:prstGeom prst="rect">
                <a:avLst/>
              </a:prstGeom>
              <a:blipFill>
                <a:blip r:embed="rId6"/>
                <a:stretch>
                  <a:fillRect l="-333" t="-1852" b="-1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1EC4B86-9CF0-7929-F5E0-E4FEE8465B8D}"/>
                  </a:ext>
                </a:extLst>
              </p:cNvPr>
              <p:cNvSpPr txBox="1"/>
              <p:nvPr/>
            </p:nvSpPr>
            <p:spPr>
              <a:xfrm>
                <a:off x="57724" y="2699706"/>
                <a:ext cx="548650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𝑜𝑣𝑒𝑟𝑙𝑎𝑝</m:t>
                            </m:r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小於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分鐘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1EC4B86-9CF0-7929-F5E0-E4FEE8465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4" y="2699706"/>
                <a:ext cx="5486504" cy="325089"/>
              </a:xfrm>
              <a:prstGeom prst="rect">
                <a:avLst/>
              </a:prstGeom>
              <a:blipFill>
                <a:blip r:embed="rId7"/>
                <a:stretch>
                  <a:fillRect l="-2333" t="-96226" b="-1490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8C738D8-54BA-6A1B-757C-57BBE8D73A87}"/>
                  </a:ext>
                </a:extLst>
              </p:cNvPr>
              <p:cNvSpPr txBox="1"/>
              <p:nvPr/>
            </p:nvSpPr>
            <p:spPr>
              <a:xfrm>
                <a:off x="86524" y="3023095"/>
                <a:ext cx="8932346" cy="24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𝑜𝑣𝑒𝑟𝑙𝑎𝑝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𝑜𝑣𝑒𝑟𝑙𝑎𝑝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𝑜𝑣𝑒𝑟𝑙𝑎𝑝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𝑜𝑣𝑒𝑟𝑙𝑎𝑝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𝑑𝑢𝑟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𝑒𝑐𝑙𝑖𝑝𝑠𝑒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8C738D8-54BA-6A1B-757C-57BBE8D73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4" y="3023095"/>
                <a:ext cx="8932346" cy="248145"/>
              </a:xfrm>
              <a:prstGeom prst="rect">
                <a:avLst/>
              </a:prstGeom>
              <a:blipFill>
                <a:blip r:embed="rId8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29023C6-92AB-1935-5F46-E56FCE93EBF8}"/>
                  </a:ext>
                </a:extLst>
              </p:cNvPr>
              <p:cNvSpPr txBox="1"/>
              <p:nvPr/>
            </p:nvSpPr>
            <p:spPr>
              <a:xfrm>
                <a:off x="86524" y="3387426"/>
                <a:ext cx="4809608" cy="613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𝑜𝑣𝑒𝑟𝑙𝑎𝑝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𝑑𝑢𝑟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8∗60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𝑒𝑐𝑙𝑖𝑝𝑠𝑒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29023C6-92AB-1935-5F46-E56FCE93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4" y="3387426"/>
                <a:ext cx="4809608" cy="6133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1E6D06-5B29-7CED-F3C2-382D5944E838}"/>
              </a:ext>
            </a:extLst>
          </p:cNvPr>
          <p:cNvSpPr txBox="1"/>
          <p:nvPr/>
        </p:nvSpPr>
        <p:spPr>
          <a:xfrm>
            <a:off x="8341551" y="216583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328916-5C7C-39CF-3151-41F31C73548E}"/>
              </a:ext>
            </a:extLst>
          </p:cNvPr>
          <p:cNvSpPr txBox="1"/>
          <p:nvPr/>
        </p:nvSpPr>
        <p:spPr>
          <a:xfrm>
            <a:off x="8341550" y="2993278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B591EC9-2365-A57E-5B53-A0B9E5A7CE3D}"/>
              </a:ext>
            </a:extLst>
          </p:cNvPr>
          <p:cNvSpPr txBox="1"/>
          <p:nvPr/>
        </p:nvSpPr>
        <p:spPr>
          <a:xfrm>
            <a:off x="8341549" y="354019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9" name="Google Shape;230;p30">
            <a:extLst>
              <a:ext uri="{FF2B5EF4-FFF2-40B4-BE49-F238E27FC236}">
                <a16:creationId xmlns:a16="http://schemas.microsoft.com/office/drawing/2014/main" id="{3B784378-EFB4-CC45-831D-D239409514F0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0D5B3F8-EB75-20EF-9516-FDA1C34E671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6;p30">
            <a:hlinkClick r:id="rId10" action="ppaction://hlinksldjump"/>
            <a:extLst>
              <a:ext uri="{FF2B5EF4-FFF2-40B4-BE49-F238E27FC236}">
                <a16:creationId xmlns:a16="http://schemas.microsoft.com/office/drawing/2014/main" id="{5F146251-90D5-6834-3DC1-EF8E0846379B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ABC68519-A15D-E519-CC7B-E3CF34989777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Google Shape;238;p30">
            <a:hlinkClick r:id="rId12" action="ppaction://hlinksldjump"/>
            <a:extLst>
              <a:ext uri="{FF2B5EF4-FFF2-40B4-BE49-F238E27FC236}">
                <a16:creationId xmlns:a16="http://schemas.microsoft.com/office/drawing/2014/main" id="{8603F151-9DD9-C783-3803-6CEBACF58C96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97ACB5-A18D-E939-D99E-ED9AF55A3A73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3D5B2E51-EB3F-BD56-C55C-C89BF156113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8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BEB58FD5-B238-B596-B5A3-D9FFC392678A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9" name="矩形 38">
            <a:hlinkClick r:id="rId13" action="ppaction://hlinksldjump"/>
            <a:extLst>
              <a:ext uri="{FF2B5EF4-FFF2-40B4-BE49-F238E27FC236}">
                <a16:creationId xmlns:a16="http://schemas.microsoft.com/office/drawing/2014/main" id="{BE107EDB-399C-A97A-2E4A-4C3B57934378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1" action="ppaction://hlinksldjump"/>
            <a:extLst>
              <a:ext uri="{FF2B5EF4-FFF2-40B4-BE49-F238E27FC236}">
                <a16:creationId xmlns:a16="http://schemas.microsoft.com/office/drawing/2014/main" id="{EA48E206-BEB3-EDEA-98AD-53C3F2B58778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hlinkClick r:id="rId14" action="ppaction://hlinksldjump"/>
            <a:extLst>
              <a:ext uri="{FF2B5EF4-FFF2-40B4-BE49-F238E27FC236}">
                <a16:creationId xmlns:a16="http://schemas.microsoft.com/office/drawing/2014/main" id="{17E44BFA-C180-06AF-F00D-B317ABDFE76A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5" action="ppaction://hlinksldjump"/>
            <a:extLst>
              <a:ext uri="{FF2B5EF4-FFF2-40B4-BE49-F238E27FC236}">
                <a16:creationId xmlns:a16="http://schemas.microsoft.com/office/drawing/2014/main" id="{6F544A94-0B80-102B-CBA0-FEA90690C668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6" action="ppaction://hlinksldjump"/>
            <a:extLst>
              <a:ext uri="{FF2B5EF4-FFF2-40B4-BE49-F238E27FC236}">
                <a16:creationId xmlns:a16="http://schemas.microsoft.com/office/drawing/2014/main" id="{E760EF41-68DB-0D9E-DE8B-579749CE54B3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6" action="ppaction://hlinksldjump"/>
            <a:extLst>
              <a:ext uri="{FF2B5EF4-FFF2-40B4-BE49-F238E27FC236}">
                <a16:creationId xmlns:a16="http://schemas.microsoft.com/office/drawing/2014/main" id="{9A08415C-D6CB-EFED-5987-1ED513C5A7AA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7" action="ppaction://hlinksldjump"/>
            <a:extLst>
              <a:ext uri="{FF2B5EF4-FFF2-40B4-BE49-F238E27FC236}">
                <a16:creationId xmlns:a16="http://schemas.microsoft.com/office/drawing/2014/main" id="{1C2553CE-2AA9-AE09-014F-DEA20F8421AF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4EDB0D9-1F54-E97E-5A4B-042F8920DFB3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A4CFDE7A-D9AF-EB4A-A06B-153B743C8EA0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8" action="ppaction://hlinksldjump"/>
            <a:extLst>
              <a:ext uri="{FF2B5EF4-FFF2-40B4-BE49-F238E27FC236}">
                <a16:creationId xmlns:a16="http://schemas.microsoft.com/office/drawing/2014/main" id="{AD7510D9-D702-9209-6FFA-F43A8F19575E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309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RSI_PBK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28769" y="1137689"/>
                <a:ext cx="54865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𝑖𝑛𝑑𝑒𝑥</m:t>
                    </m:r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𝑅𝑆𝐼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𝑅𝐸𝐶</m:t>
                    </m:r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中出現的第一個位置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1137689"/>
                <a:ext cx="5486504" cy="307777"/>
              </a:xfrm>
              <a:prstGeom prst="rect">
                <a:avLst/>
              </a:prstGeom>
              <a:blipFill>
                <a:blip r:embed="rId3"/>
                <a:stretch>
                  <a:fillRect l="-333"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5992013" y="1756277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/>
              <p:nvPr/>
            </p:nvSpPr>
            <p:spPr>
              <a:xfrm>
                <a:off x="60725" y="1802444"/>
                <a:ext cx="475840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𝑖𝑛𝑑𝑒𝑥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TW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2940D6D-4C4E-00A3-DFB3-17815FF82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5" y="1802444"/>
                <a:ext cx="4758407" cy="215444"/>
              </a:xfrm>
              <a:prstGeom prst="rect">
                <a:avLst/>
              </a:prstGeom>
              <a:blipFill>
                <a:blip r:embed="rId4"/>
                <a:stretch>
                  <a:fillRect l="-1408" r="-896" b="-3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D5055A88-3AFC-A29D-8B2D-5C7F8EB9F477}"/>
              </a:ext>
            </a:extLst>
          </p:cNvPr>
          <p:cNvSpPr txBox="1"/>
          <p:nvPr/>
        </p:nvSpPr>
        <p:spPr>
          <a:xfrm>
            <a:off x="-31" y="1425187"/>
            <a:ext cx="5486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RSI Playback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需等相同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 Record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執行完才能執行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1E6D06-5B29-7CED-F3C2-382D5944E838}"/>
              </a:ext>
            </a:extLst>
          </p:cNvPr>
          <p:cNvSpPr txBox="1"/>
          <p:nvPr/>
        </p:nvSpPr>
        <p:spPr>
          <a:xfrm>
            <a:off x="5992013" y="286452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5AD918-6156-50D1-DEB0-C9EA249F2458}"/>
              </a:ext>
            </a:extLst>
          </p:cNvPr>
          <p:cNvSpPr txBox="1"/>
          <p:nvPr/>
        </p:nvSpPr>
        <p:spPr>
          <a:xfrm>
            <a:off x="-31" y="2231734"/>
            <a:ext cx="5486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must be fully contained within the 11.5-degree X-band station mask</a:t>
            </a:r>
            <a:endParaRPr lang="zh-TW" altLang="en-US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37547C5-55DC-8F42-C73A-C4646EBBD656}"/>
                  </a:ext>
                </a:extLst>
              </p:cNvPr>
              <p:cNvSpPr txBox="1"/>
              <p:nvPr/>
            </p:nvSpPr>
            <p:spPr>
              <a:xfrm>
                <a:off x="60725" y="2631766"/>
                <a:ext cx="8203826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𝑥𝑏𝑎𝑛𝑑𝑟𝑖𝑠𝑒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𝑟𝑠𝑖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𝑝𝑏𝑘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37547C5-55DC-8F42-C73A-C4646EBB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5" y="2631766"/>
                <a:ext cx="8203826" cy="232756"/>
              </a:xfrm>
              <a:prstGeom prst="rect">
                <a:avLst/>
              </a:prstGeom>
              <a:blipFill>
                <a:blip r:embed="rId5"/>
                <a:stretch>
                  <a:fillRect l="-817" b="-2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E192B1E-BD6A-C46E-83B1-FA7543DD35A8}"/>
                  </a:ext>
                </a:extLst>
              </p:cNvPr>
              <p:cNvSpPr txBox="1"/>
              <p:nvPr/>
            </p:nvSpPr>
            <p:spPr>
              <a:xfrm>
                <a:off x="-23802" y="2936465"/>
                <a:ext cx="45768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E192B1E-BD6A-C46E-83B1-FA7543DD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802" y="2936465"/>
                <a:ext cx="4576812" cy="307777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630BC9C-0F95-0B6B-A644-56F337CE3684}"/>
                  </a:ext>
                </a:extLst>
              </p:cNvPr>
              <p:cNvSpPr txBox="1"/>
              <p:nvPr/>
            </p:nvSpPr>
            <p:spPr>
              <a:xfrm>
                <a:off x="44998" y="3309666"/>
                <a:ext cx="10282911" cy="239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13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  <m:t>𝑑𝑢𝑟</m:t>
                          </m:r>
                        </m:e>
                        <m:sub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𝑥𝑏𝑎𝑛𝑑𝑓𝑎𝑑𝑒</m:t>
                          </m:r>
                        </m:e>
                        <m:sub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135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𝑟𝑠𝑖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𝑝𝑏𝑘</m:t>
                      </m:r>
                      <m:sSub>
                        <m:sSubPr>
                          <m:ctrlP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135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zh-TW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𝑝𝑏𝑘</m:t>
                          </m:r>
                          <m:sSub>
                            <m:sSubPr>
                              <m:ctrlP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35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630BC9C-0F95-0B6B-A644-56F337CE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8" y="3309666"/>
                <a:ext cx="10282911" cy="239361"/>
              </a:xfrm>
              <a:prstGeom prst="rect">
                <a:avLst/>
              </a:prstGeom>
              <a:blipFill>
                <a:blip r:embed="rId7"/>
                <a:stretch>
                  <a:fillRect l="-593" b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29DE1D9-FB6A-20C4-4317-7A8D4AC7D5F9}"/>
                  </a:ext>
                </a:extLst>
              </p:cNvPr>
              <p:cNvSpPr txBox="1"/>
              <p:nvPr/>
            </p:nvSpPr>
            <p:spPr>
              <a:xfrm>
                <a:off x="-23802" y="3571922"/>
                <a:ext cx="47019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29DE1D9-FB6A-20C4-4317-7A8D4AC7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802" y="3571922"/>
                <a:ext cx="4701940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764CB4F8-AFE9-F22B-9B80-4C3AB35D6765}"/>
              </a:ext>
            </a:extLst>
          </p:cNvPr>
          <p:cNvSpPr txBox="1"/>
          <p:nvPr/>
        </p:nvSpPr>
        <p:spPr>
          <a:xfrm>
            <a:off x="5992013" y="3561670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AA7E400-98D9-8B28-B19B-22EF78BAE540}"/>
              </a:ext>
            </a:extLst>
          </p:cNvPr>
          <p:cNvSpPr txBox="1"/>
          <p:nvPr/>
        </p:nvSpPr>
        <p:spPr>
          <a:xfrm>
            <a:off x="-31" y="3960881"/>
            <a:ext cx="5486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一個子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只能至多選一個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site</a:t>
            </a:r>
            <a:endParaRPr lang="zh-TW" altLang="en-US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D2074BD-B84F-1134-C63A-47261E816B9F}"/>
                  </a:ext>
                </a:extLst>
              </p:cNvPr>
              <p:cNvSpPr txBox="1"/>
              <p:nvPr/>
            </p:nvSpPr>
            <p:spPr>
              <a:xfrm>
                <a:off x="60725" y="4325273"/>
                <a:ext cx="6080188" cy="2449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𝑐𝑜𝑛𝑡𝑎𝑐𝑡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𝑠𝑖𝑡𝑒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D2074BD-B84F-1134-C63A-47261E816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5" y="4325273"/>
                <a:ext cx="6080188" cy="244939"/>
              </a:xfrm>
              <a:prstGeom prst="rect">
                <a:avLst/>
              </a:prstGeom>
              <a:blipFill>
                <a:blip r:embed="rId9"/>
                <a:stretch>
                  <a:fillRect l="-5316" t="-147500" b="-2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1BBBE4CB-295F-5255-EFD3-675FBB5C7D82}"/>
              </a:ext>
            </a:extLst>
          </p:cNvPr>
          <p:cNvSpPr txBox="1"/>
          <p:nvPr/>
        </p:nvSpPr>
        <p:spPr>
          <a:xfrm>
            <a:off x="5992012" y="4262435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" name="Google Shape;230;p30">
            <a:extLst>
              <a:ext uri="{FF2B5EF4-FFF2-40B4-BE49-F238E27FC236}">
                <a16:creationId xmlns:a16="http://schemas.microsoft.com/office/drawing/2014/main" id="{2AF14912-CCF4-76B6-A6CD-2E2123535985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7ABAD44-71DD-1FCB-013F-2670A2EB75C5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6;p30">
            <a:hlinkClick r:id="rId10" action="ppaction://hlinksldjump"/>
            <a:extLst>
              <a:ext uri="{FF2B5EF4-FFF2-40B4-BE49-F238E27FC236}">
                <a16:creationId xmlns:a16="http://schemas.microsoft.com/office/drawing/2014/main" id="{D28521AB-494E-02F4-F109-FE6FE2D94A50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715290DF-280E-8C63-46F9-B551F190DF1D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Google Shape;238;p30">
            <a:hlinkClick r:id="rId12" action="ppaction://hlinksldjump"/>
            <a:extLst>
              <a:ext uri="{FF2B5EF4-FFF2-40B4-BE49-F238E27FC236}">
                <a16:creationId xmlns:a16="http://schemas.microsoft.com/office/drawing/2014/main" id="{32B2DB13-5C45-EC03-37C8-F279EC86F868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271A5DA-6889-99D7-F0CF-997674F67947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F8FCF0A0-44C7-797C-4338-A5D691AFE284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41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BBFF6AC8-0157-EB5B-FE52-18156EB05820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050BC669-51C5-F903-2527-D7F8BBBE4DF2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1" action="ppaction://hlinksldjump"/>
            <a:extLst>
              <a:ext uri="{FF2B5EF4-FFF2-40B4-BE49-F238E27FC236}">
                <a16:creationId xmlns:a16="http://schemas.microsoft.com/office/drawing/2014/main" id="{515ADC72-B9F2-9E5B-0F15-50668DC30C93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1CBE9C02-2D31-EB99-6229-3C243CC256C7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5" action="ppaction://hlinksldjump"/>
            <a:extLst>
              <a:ext uri="{FF2B5EF4-FFF2-40B4-BE49-F238E27FC236}">
                <a16:creationId xmlns:a16="http://schemas.microsoft.com/office/drawing/2014/main" id="{CF2B292A-B501-A55F-E008-499440654DC2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rId16" action="ppaction://hlinksldjump"/>
            <a:extLst>
              <a:ext uri="{FF2B5EF4-FFF2-40B4-BE49-F238E27FC236}">
                <a16:creationId xmlns:a16="http://schemas.microsoft.com/office/drawing/2014/main" id="{917E7E44-2E02-F2E7-5355-98D80109D662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hlinkClick r:id="rId16" action="ppaction://hlinksldjump"/>
            <a:extLst>
              <a:ext uri="{FF2B5EF4-FFF2-40B4-BE49-F238E27FC236}">
                <a16:creationId xmlns:a16="http://schemas.microsoft.com/office/drawing/2014/main" id="{A9B1B5F1-777C-4E29-70C9-2321E62443B1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rId17" action="ppaction://hlinksldjump"/>
            <a:extLst>
              <a:ext uri="{FF2B5EF4-FFF2-40B4-BE49-F238E27FC236}">
                <a16:creationId xmlns:a16="http://schemas.microsoft.com/office/drawing/2014/main" id="{B7140258-4F02-C962-3EC5-7E876E40766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EAA97C-EBDA-E873-8199-77D0071F82D6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1DADC4D8-DFCD-BC5E-7675-5BD51498DEBB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1" name="矩形 50">
            <a:hlinkClick r:id="rId18" action="ppaction://hlinksldjump"/>
            <a:extLst>
              <a:ext uri="{FF2B5EF4-FFF2-40B4-BE49-F238E27FC236}">
                <a16:creationId xmlns:a16="http://schemas.microsoft.com/office/drawing/2014/main" id="{11F77757-C4F0-E2E1-857F-8F9134F550D4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092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RSI_PBK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28769" y="1137689"/>
                <a:ext cx="5486504" cy="33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𝑟𝑠𝑖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𝑝𝑏𝑘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𝑠𝑖𝑡𝑒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𝑟𝑠𝑖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𝑝𝑏𝑘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才能是</a:t>
                </a:r>
                <a:r>
                  <a:rPr lang="en-US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1</a:t>
                </a:r>
                <a:endParaRPr lang="zh-TW" altLang="zh-TW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1137689"/>
                <a:ext cx="5486504" cy="332335"/>
              </a:xfrm>
              <a:prstGeom prst="rect">
                <a:avLst/>
              </a:prstGeom>
              <a:blipFill>
                <a:blip r:embed="rId3"/>
                <a:stretch>
                  <a:fillRect l="-2444" t="-94444" b="-14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7185432" y="151768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D2074BD-B84F-1134-C63A-47261E816B9F}"/>
                  </a:ext>
                </a:extLst>
              </p:cNvPr>
              <p:cNvSpPr txBox="1"/>
              <p:nvPr/>
            </p:nvSpPr>
            <p:spPr>
              <a:xfrm>
                <a:off x="111894" y="1553719"/>
                <a:ext cx="6080188" cy="2449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𝑐𝑜𝑛𝑡𝑎𝑐𝑡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𝑠𝑖𝑡𝑒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D2074BD-B84F-1134-C63A-47261E816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4" y="1553719"/>
                <a:ext cx="6080188" cy="244939"/>
              </a:xfrm>
              <a:prstGeom prst="rect">
                <a:avLst/>
              </a:prstGeom>
              <a:blipFill>
                <a:blip r:embed="rId4"/>
                <a:stretch>
                  <a:fillRect l="-5210" t="-147500" b="-2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117AAF8B-F04E-0D22-89B2-487EB18E917C}"/>
                  </a:ext>
                </a:extLst>
              </p:cNvPr>
              <p:cNvSpPr txBox="1"/>
              <p:nvPr/>
            </p:nvSpPr>
            <p:spPr>
              <a:xfrm>
                <a:off x="34131" y="2000027"/>
                <a:ext cx="5486504" cy="33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𝑝𝑏𝑘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𝑠𝑖𝑡𝑒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𝑟𝑠𝑖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𝑝𝑏𝑘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𝑠𝑡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設為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（方便計算）</a:t>
                </a:r>
                <a:endParaRPr lang="zh-TW" altLang="zh-TW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117AAF8B-F04E-0D22-89B2-487EB18E9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" y="2000027"/>
                <a:ext cx="5486504" cy="332335"/>
              </a:xfrm>
              <a:prstGeom prst="rect">
                <a:avLst/>
              </a:prstGeom>
              <a:blipFill>
                <a:blip r:embed="rId5"/>
                <a:stretch>
                  <a:fillRect l="-333" t="-3636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741349E-0EF4-3D53-751F-251CC89C92D5}"/>
                  </a:ext>
                </a:extLst>
              </p:cNvPr>
              <p:cNvSpPr txBox="1"/>
              <p:nvPr/>
            </p:nvSpPr>
            <p:spPr>
              <a:xfrm>
                <a:off x="111894" y="2411261"/>
                <a:ext cx="7155180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𝑠𝑖𝑡𝑒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741349E-0EF4-3D53-751F-251CC89C9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4" y="2411261"/>
                <a:ext cx="7155180" cy="232756"/>
              </a:xfrm>
              <a:prstGeom prst="rect">
                <a:avLst/>
              </a:prstGeom>
              <a:blipFill>
                <a:blip r:embed="rId6"/>
                <a:stretch>
                  <a:fillRect l="-852" b="-2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76F56D7A-B708-5A46-E2A8-9EB636BAA69B}"/>
              </a:ext>
            </a:extLst>
          </p:cNvPr>
          <p:cNvSpPr txBox="1"/>
          <p:nvPr/>
        </p:nvSpPr>
        <p:spPr>
          <a:xfrm>
            <a:off x="0" y="2757567"/>
            <a:ext cx="4682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前一個子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要比下一個子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早發生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D06F0C9-ABE5-AE86-98FF-3C532D9E176A}"/>
              </a:ext>
            </a:extLst>
          </p:cNvPr>
          <p:cNvSpPr txBox="1"/>
          <p:nvPr/>
        </p:nvSpPr>
        <p:spPr>
          <a:xfrm>
            <a:off x="7185433" y="241513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9AAACB-C378-B166-8465-56EB280FD417}"/>
                  </a:ext>
                </a:extLst>
              </p:cNvPr>
              <p:cNvSpPr txBox="1"/>
              <p:nvPr/>
            </p:nvSpPr>
            <p:spPr>
              <a:xfrm>
                <a:off x="111893" y="3159523"/>
                <a:ext cx="8936691" cy="550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𝑟𝑠𝑖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𝑝𝑏𝑘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𝑟𝑠𝑖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𝑝𝑏𝑘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kern="10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9AAACB-C378-B166-8465-56EB280FD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3" y="3159523"/>
                <a:ext cx="8936691" cy="550985"/>
              </a:xfrm>
              <a:prstGeom prst="rect">
                <a:avLst/>
              </a:prstGeom>
              <a:blipFill>
                <a:blip r:embed="rId7"/>
                <a:stretch>
                  <a:fillRect l="-682" t="-136264" b="-187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88147979-EF80-B347-590A-CC371748CC5B}"/>
              </a:ext>
            </a:extLst>
          </p:cNvPr>
          <p:cNvSpPr txBox="1"/>
          <p:nvPr/>
        </p:nvSpPr>
        <p:spPr>
          <a:xfrm>
            <a:off x="2669109" y="375047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AFAE0B6-90D2-AD2A-FFDB-5D45B33C4A19}"/>
                  </a:ext>
                </a:extLst>
              </p:cNvPr>
              <p:cNvSpPr txBox="1"/>
              <p:nvPr/>
            </p:nvSpPr>
            <p:spPr>
              <a:xfrm>
                <a:off x="28769" y="3750472"/>
                <a:ext cx="46833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4AFAE0B6-90D2-AD2A-FFDB-5D45B33C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3750472"/>
                <a:ext cx="4683318" cy="307777"/>
              </a:xfrm>
              <a:prstGeom prst="rect">
                <a:avLst/>
              </a:prstGeom>
              <a:blipFill>
                <a:blip r:embed="rId8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F9B0D38F-BBA1-A40F-4065-5E1AC7EEBF93}"/>
              </a:ext>
            </a:extLst>
          </p:cNvPr>
          <p:cNvSpPr txBox="1"/>
          <p:nvPr/>
        </p:nvSpPr>
        <p:spPr>
          <a:xfrm>
            <a:off x="28769" y="4166232"/>
            <a:ext cx="4682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的開始時間要確保執行完後仍在時間範圍內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4110AB-7702-7B48-A7F4-AA65CA50FFAF}"/>
                  </a:ext>
                </a:extLst>
              </p:cNvPr>
              <p:cNvSpPr txBox="1"/>
              <p:nvPr/>
            </p:nvSpPr>
            <p:spPr>
              <a:xfrm>
                <a:off x="-1" y="4534286"/>
                <a:ext cx="7354957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≤86400−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𝑑𝑢𝑟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𝑐𝑜𝑛𝑡𝑎𝑐𝑡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44110AB-7702-7B48-A7F4-AA65CA50F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534286"/>
                <a:ext cx="7354957" cy="325089"/>
              </a:xfrm>
              <a:prstGeom prst="rect">
                <a:avLst/>
              </a:prstGeom>
              <a:blipFill>
                <a:blip r:embed="rId9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065AA510-7CE5-2E95-DB98-FFD7E503D310}"/>
              </a:ext>
            </a:extLst>
          </p:cNvPr>
          <p:cNvSpPr txBox="1"/>
          <p:nvPr/>
        </p:nvSpPr>
        <p:spPr>
          <a:xfrm>
            <a:off x="7185431" y="454096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2" name="Google Shape;230;p30">
            <a:extLst>
              <a:ext uri="{FF2B5EF4-FFF2-40B4-BE49-F238E27FC236}">
                <a16:creationId xmlns:a16="http://schemas.microsoft.com/office/drawing/2014/main" id="{12243F7E-298D-4C4C-717F-F5B1BE87A628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949120-0A8B-8B3F-4BD6-3A4577D9C0A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Google Shape;236;p30">
            <a:hlinkClick r:id="rId10" action="ppaction://hlinksldjump"/>
            <a:extLst>
              <a:ext uri="{FF2B5EF4-FFF2-40B4-BE49-F238E27FC236}">
                <a16:creationId xmlns:a16="http://schemas.microsoft.com/office/drawing/2014/main" id="{3E80CF7D-5F17-91F6-69BC-784BE205D86A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2348F4B3-923F-BA1D-49E2-3063FEFE2DA9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Google Shape;238;p30">
            <a:hlinkClick r:id="rId12" action="ppaction://hlinksldjump"/>
            <a:extLst>
              <a:ext uri="{FF2B5EF4-FFF2-40B4-BE49-F238E27FC236}">
                <a16:creationId xmlns:a16="http://schemas.microsoft.com/office/drawing/2014/main" id="{62142B82-6171-9723-7F10-25EE63259F36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BF756B8-AF3F-5E53-CAC5-728993755EB0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C45FBEFE-EE0D-CA80-EA9A-7E2C7E22395C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29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0D553DB6-D42A-F3C3-1AAF-43C9663A76AD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0" name="矩形 29">
            <a:hlinkClick r:id="rId13" action="ppaction://hlinksldjump"/>
            <a:extLst>
              <a:ext uri="{FF2B5EF4-FFF2-40B4-BE49-F238E27FC236}">
                <a16:creationId xmlns:a16="http://schemas.microsoft.com/office/drawing/2014/main" id="{669FF1CA-D316-C66D-59A6-EB62A0AFF522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hlinkClick r:id="rId11" action="ppaction://hlinksldjump"/>
            <a:extLst>
              <a:ext uri="{FF2B5EF4-FFF2-40B4-BE49-F238E27FC236}">
                <a16:creationId xmlns:a16="http://schemas.microsoft.com/office/drawing/2014/main" id="{FA5F2996-2975-266C-CE45-174C05E4AB72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hlinkClick r:id="rId14" action="ppaction://hlinksldjump"/>
            <a:extLst>
              <a:ext uri="{FF2B5EF4-FFF2-40B4-BE49-F238E27FC236}">
                <a16:creationId xmlns:a16="http://schemas.microsoft.com/office/drawing/2014/main" id="{9F3A2F58-8E04-6360-085C-174EFD573256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15" action="ppaction://hlinksldjump"/>
            <a:extLst>
              <a:ext uri="{FF2B5EF4-FFF2-40B4-BE49-F238E27FC236}">
                <a16:creationId xmlns:a16="http://schemas.microsoft.com/office/drawing/2014/main" id="{B5805DEE-38AB-0F6D-2024-2D06A90D5BC6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16" action="ppaction://hlinksldjump"/>
            <a:extLst>
              <a:ext uri="{FF2B5EF4-FFF2-40B4-BE49-F238E27FC236}">
                <a16:creationId xmlns:a16="http://schemas.microsoft.com/office/drawing/2014/main" id="{70E4D2CE-C24E-A20A-6F00-B111E633375A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6" action="ppaction://hlinksldjump"/>
            <a:extLst>
              <a:ext uri="{FF2B5EF4-FFF2-40B4-BE49-F238E27FC236}">
                <a16:creationId xmlns:a16="http://schemas.microsoft.com/office/drawing/2014/main" id="{91C8275B-156F-89A8-A9A8-B772F8B115F2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7" action="ppaction://hlinksldjump"/>
            <a:extLst>
              <a:ext uri="{FF2B5EF4-FFF2-40B4-BE49-F238E27FC236}">
                <a16:creationId xmlns:a16="http://schemas.microsoft.com/office/drawing/2014/main" id="{36278355-AAE0-0006-9D08-7982BAC98E29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853E472-EFA6-73E4-96D1-D81255EFE0D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5CB8DF9D-D24F-4F4F-FAF2-442567E83642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2" name="矩形 41">
            <a:hlinkClick r:id="rId18" action="ppaction://hlinksldjump"/>
            <a:extLst>
              <a:ext uri="{FF2B5EF4-FFF2-40B4-BE49-F238E27FC236}">
                <a16:creationId xmlns:a16="http://schemas.microsoft.com/office/drawing/2014/main" id="{576753C0-999D-0A42-90E5-C42E9313C078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813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RSI_DEL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28769" y="1137689"/>
                <a:ext cx="5486504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//RSI_DEL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須等相同</a:t>
                </a:r>
                <a:r>
                  <a:rPr lang="en-US" altLang="zh-TW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arlentryid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RSI_REC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RSI_PBK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執行完才能執行</a:t>
                </a:r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r>
                      <a:rPr lang="en-US" altLang="zh-TW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𝑖𝑛𝑑𝑒𝑥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𝑅𝑆𝐼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𝑃𝐵𝐾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中出現的第一個位置</a:t>
                </a:r>
                <a:endParaRPr lang="zh-TW" altLang="zh-TW" kern="1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Mangal" panose="02040503050203030202" pitchFamily="18" charset="0"/>
                </a:endParaRPr>
              </a:p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r>
                      <a:rPr lang="en-US" altLang="zh-TW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Mangal" panose="02040503050203030202" pitchFamily="18" charset="0"/>
                      </a:rPr>
                      <m:t>𝑙𝑖𝑠𝑡𝐹𝑖𝑛𝑑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所有出現在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𝑅𝑆𝐼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𝑃𝐵𝐾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中的位置</a:t>
                </a:r>
                <a:endParaRPr lang="zh-TW" altLang="zh-TW" kern="1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1137689"/>
                <a:ext cx="5486504" cy="892552"/>
              </a:xfrm>
              <a:prstGeom prst="rect">
                <a:avLst/>
              </a:prstGeom>
              <a:blipFill>
                <a:blip r:embed="rId3"/>
                <a:stretch>
                  <a:fillRect l="-333" t="-1370" b="-54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3585788" y="277357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42C9BBE-9B83-9DAF-7EF5-BCE2E0D41505}"/>
                  </a:ext>
                </a:extLst>
              </p:cNvPr>
              <p:cNvSpPr txBox="1"/>
              <p:nvPr/>
            </p:nvSpPr>
            <p:spPr>
              <a:xfrm>
                <a:off x="28769" y="2012083"/>
                <a:ext cx="10199496" cy="1069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𝑑𝑒𝑙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𝑑𝑒𝑙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𝑠𝑡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kern="100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+</m:t>
                      </m:r>
                      <m:r>
                        <a:rPr lang="en-US" altLang="zh-TW" b="0" i="1" kern="100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𝑀</m:t>
                      </m:r>
                      <m:r>
                        <a:rPr lang="en-US" altLang="zh-TW" b="0" i="1" kern="100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𝑑𝑒𝑙</m:t>
                          </m:r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kern="100" smtClean="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kern="10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)</m:t>
                      </m:r>
                      <m:r>
                        <a:rPr lang="en-US" altLang="zh-TW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TW" altLang="zh-TW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𝑝𝑏𝑘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𝑖𝑛𝑑𝑒𝑥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+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naryPr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𝑘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∈{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𝑐𝑜𝑛𝑡𝑎𝑐𝑡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𝑟𝑠𝑖</m:t>
                              </m:r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𝑝𝑏𝑘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𝑠𝑡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𝑖𝑛𝑑𝑒𝑥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+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𝑗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,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TW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𝑝𝑏𝑘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𝑑𝑢𝑟</m:t>
                          </m:r>
                        </m:e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𝑖𝑛𝑑𝑒𝑥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+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kern="10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angal" panose="02040503050203030202" pitchFamily="18" charset="0"/>
                            </a:rPr>
                          </m:ctrlPr>
                        </m:naryPr>
                        <m:sub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𝑘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∈{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𝑐𝑜𝑛𝑡𝑎𝑐𝑡</m:t>
                          </m:r>
                          <m:r>
                            <a:rPr lang="en-US" altLang="zh-TW" i="1" kern="100">
                              <a:effectLst/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𝑟𝑠𝑖</m:t>
                              </m:r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𝑝𝑏𝑘</m:t>
                              </m:r>
                              <m:r>
                                <a:rPr lang="en-US" altLang="zh-TW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𝑠𝑖𝑡𝑒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_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𝑖𝑛𝑑𝑒𝑥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+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𝑗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,</m:t>
                              </m:r>
                              <m:r>
                                <a:rPr lang="en-US" altLang="zh-TW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Mangal" panose="02040503050203030202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sz="115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Mangal" panose="02040503050203030202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𝑟𝑠𝑖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𝑑𝑒𝑙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𝑙𝑖𝑠𝑡𝐹𝑖𝑛𝑑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42C9BBE-9B83-9DAF-7EF5-BCE2E0D41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2012083"/>
                <a:ext cx="10199496" cy="1069267"/>
              </a:xfrm>
              <a:prstGeom prst="rect">
                <a:avLst/>
              </a:prstGeom>
              <a:blipFill>
                <a:blip r:embed="rId4"/>
                <a:stretch>
                  <a:fillRect t="-47429" b="-73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22E4EED-6585-7B71-A193-EAC5AFE56EB2}"/>
                  </a:ext>
                </a:extLst>
              </p:cNvPr>
              <p:cNvSpPr txBox="1"/>
              <p:nvPr/>
            </p:nvSpPr>
            <p:spPr>
              <a:xfrm>
                <a:off x="0" y="3170371"/>
                <a:ext cx="62179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若有相同</a:t>
                </a:r>
                <a:r>
                  <a:rPr lang="en-US" altLang="zh-TW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arlentryid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RSI_PBK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不可執行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RSI_DEL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kern="10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𝑠𝑡</m:t>
                        </m:r>
                        <m:r>
                          <a:rPr lang="en-US" altLang="zh-TW" b="0" i="1" kern="10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0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22E4EED-6585-7B71-A193-EAC5AFE56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70371"/>
                <a:ext cx="6217920" cy="307777"/>
              </a:xfrm>
              <a:prstGeom prst="rect">
                <a:avLst/>
              </a:prstGeom>
              <a:blipFill>
                <a:blip r:embed="rId5"/>
                <a:stretch>
                  <a:fillRect l="-294" t="-3922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20F02AA-8944-73C4-D580-F4E96169990B}"/>
                  </a:ext>
                </a:extLst>
              </p:cNvPr>
              <p:cNvSpPr txBox="1"/>
              <p:nvPr/>
            </p:nvSpPr>
            <p:spPr>
              <a:xfrm>
                <a:off x="28769" y="3478148"/>
                <a:ext cx="8677909" cy="639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𝑐𝑜𝑛𝑡𝑎𝑐𝑡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m:rPr>
                                  <m:lit/>
                                </m:rP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𝑖𝑛𝑑𝑒𝑥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𝑟𝑠𝑖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𝑑𝑒𝑙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𝑙𝑖𝑠𝑡𝐹𝑖𝑛𝑑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20F02AA-8944-73C4-D580-F4E961699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3478148"/>
                <a:ext cx="8677909" cy="639021"/>
              </a:xfrm>
              <a:prstGeom prst="rect">
                <a:avLst/>
              </a:prstGeom>
              <a:blipFill>
                <a:blip r:embed="rId6"/>
                <a:stretch>
                  <a:fillRect t="-112500" b="-158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D4054A4-56B6-4D29-CDEC-069D9D302507}"/>
                  </a:ext>
                </a:extLst>
              </p:cNvPr>
              <p:cNvSpPr txBox="1"/>
              <p:nvPr/>
            </p:nvSpPr>
            <p:spPr>
              <a:xfrm>
                <a:off x="11174" y="4640328"/>
                <a:ext cx="6393112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𝑝𝑏𝑘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𝑖𝑛𝑑𝑒𝑥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𝑟𝑠𝑖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𝑑𝑒𝑙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𝑙𝑖𝑠𝑡𝐹𝑖𝑛𝑑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D4054A4-56B6-4D29-CDEC-069D9D302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4" y="4640328"/>
                <a:ext cx="6393112" cy="325089"/>
              </a:xfrm>
              <a:prstGeom prst="rect">
                <a:avLst/>
              </a:prstGeom>
              <a:blipFill>
                <a:blip r:embed="rId7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A90EFE7B-8F4D-3F59-B40B-A831BEF4EBA3}"/>
              </a:ext>
            </a:extLst>
          </p:cNvPr>
          <p:cNvSpPr txBox="1"/>
          <p:nvPr/>
        </p:nvSpPr>
        <p:spPr>
          <a:xfrm>
            <a:off x="0" y="4221480"/>
            <a:ext cx="5486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如果有相同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不可執行則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也不可執行</a:t>
            </a:r>
            <a:endParaRPr lang="zh-TW" altLang="zh-TW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4D45CCD-B133-2125-9069-DF38F71D8D12}"/>
              </a:ext>
            </a:extLst>
          </p:cNvPr>
          <p:cNvSpPr txBox="1"/>
          <p:nvPr/>
        </p:nvSpPr>
        <p:spPr>
          <a:xfrm>
            <a:off x="8105197" y="364376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D4E2610-8254-184E-2A6E-21C7EE9028CB}"/>
              </a:ext>
            </a:extLst>
          </p:cNvPr>
          <p:cNvSpPr txBox="1"/>
          <p:nvPr/>
        </p:nvSpPr>
        <p:spPr>
          <a:xfrm>
            <a:off x="7381625" y="4657640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6" name="Google Shape;230;p30">
            <a:extLst>
              <a:ext uri="{FF2B5EF4-FFF2-40B4-BE49-F238E27FC236}">
                <a16:creationId xmlns:a16="http://schemas.microsoft.com/office/drawing/2014/main" id="{3414FE1B-508D-9033-8119-2EE18C443D0A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F36891C-C4CF-8A48-B9B7-9C9451981A2C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08FB5F35-9299-D18E-1ADC-674AF6062F97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2D1DEF73-1507-15AD-DEEA-BBFE7C3A459E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68D513B0-658C-14BC-FF78-33F241C33C2C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758187B-C131-460F-53A0-14BA327D9D57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218F2D4B-BCF6-4521-2100-DA0E074E28A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6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FF7F9766-5841-6380-E10A-1179F0581713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7" name="矩形 36">
            <a:hlinkClick r:id="rId11" action="ppaction://hlinksldjump"/>
            <a:extLst>
              <a:ext uri="{FF2B5EF4-FFF2-40B4-BE49-F238E27FC236}">
                <a16:creationId xmlns:a16="http://schemas.microsoft.com/office/drawing/2014/main" id="{20D1C497-762A-21E1-4A43-75CE0F6D4494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A91FA9A0-4836-1162-D2BE-499EC4BB6BF3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hlinkClick r:id="rId12" action="ppaction://hlinksldjump"/>
            <a:extLst>
              <a:ext uri="{FF2B5EF4-FFF2-40B4-BE49-F238E27FC236}">
                <a16:creationId xmlns:a16="http://schemas.microsoft.com/office/drawing/2014/main" id="{ECE9C07C-28A0-60D0-146F-97FD0208C9E3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3" action="ppaction://hlinksldjump"/>
            <a:extLst>
              <a:ext uri="{FF2B5EF4-FFF2-40B4-BE49-F238E27FC236}">
                <a16:creationId xmlns:a16="http://schemas.microsoft.com/office/drawing/2014/main" id="{B2557B2B-3AF6-6F27-5231-5D00082B5D3E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4" action="ppaction://hlinksldjump"/>
            <a:extLst>
              <a:ext uri="{FF2B5EF4-FFF2-40B4-BE49-F238E27FC236}">
                <a16:creationId xmlns:a16="http://schemas.microsoft.com/office/drawing/2014/main" id="{4261450B-9AE6-D41B-E0B5-023ACBF710D1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4" action="ppaction://hlinksldjump"/>
            <a:extLst>
              <a:ext uri="{FF2B5EF4-FFF2-40B4-BE49-F238E27FC236}">
                <a16:creationId xmlns:a16="http://schemas.microsoft.com/office/drawing/2014/main" id="{7739A01B-B3B3-35B7-B019-61012AD062CC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5" action="ppaction://hlinksldjump"/>
            <a:extLst>
              <a:ext uri="{FF2B5EF4-FFF2-40B4-BE49-F238E27FC236}">
                <a16:creationId xmlns:a16="http://schemas.microsoft.com/office/drawing/2014/main" id="{786553AC-C57F-BD48-82B2-65E90358BAE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A45471C-6FB1-0B56-6EDA-A2CDDAA9893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FA2C4484-C22F-568F-E0B5-61AA0586BAF5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6" name="矩形 45">
            <a:hlinkClick r:id="rId16" action="ppaction://hlinksldjump"/>
            <a:extLst>
              <a:ext uri="{FF2B5EF4-FFF2-40B4-BE49-F238E27FC236}">
                <a16:creationId xmlns:a16="http://schemas.microsoft.com/office/drawing/2014/main" id="{7F9A0DA7-104E-7273-A7E8-55F8050B0C46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925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RSI_DEL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28769" y="1137689"/>
                <a:ext cx="5486504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統一將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RSI_DEL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設為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RSI_PBK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contact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後加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6 sec</a:t>
                </a:r>
              </a:p>
              <a:p>
                <a:pPr>
                  <a:spcAft>
                    <a:spcPts val="600"/>
                  </a:spcAft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r>
                      <a:rPr lang="en-US" altLang="zh-TW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𝑖𝑛𝑑𝑒𝑥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𝑅𝑆𝐼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𝑃𝐵𝐾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中出現的第一個位置</a:t>
                </a:r>
                <a:endParaRPr lang="zh-TW" altLang="zh-TW" kern="1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Mangal" panose="02040503050203030202" pitchFamily="18" charset="0"/>
                </a:endParaRPr>
              </a:p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14:m>
                  <m:oMath xmlns:m="http://schemas.openxmlformats.org/officeDocument/2006/math">
                    <m:r>
                      <a:rPr lang="en-US" altLang="zh-TW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Mangal" panose="02040503050203030202" pitchFamily="18" charset="0"/>
                      </a:rPr>
                      <m:t>𝑙𝑖𝑠𝑡𝐹𝑖𝑛𝑑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所有出現在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𝑅𝑆𝐼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𝑃𝐵𝐾</m:t>
                    </m:r>
                  </m:oMath>
                </a14:m>
                <a:r>
                  <a:rPr lang="zh-TW" altLang="zh-TW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中的位置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1137689"/>
                <a:ext cx="5486504" cy="892552"/>
              </a:xfrm>
              <a:prstGeom prst="rect">
                <a:avLst/>
              </a:prstGeom>
              <a:blipFill>
                <a:blip r:embed="rId3"/>
                <a:stretch>
                  <a:fillRect l="-333" t="-1370" b="-61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AA0241E-4C76-D4AD-619E-B0BF21BF9EB4}"/>
              </a:ext>
            </a:extLst>
          </p:cNvPr>
          <p:cNvSpPr txBox="1"/>
          <p:nvPr/>
        </p:nvSpPr>
        <p:spPr>
          <a:xfrm>
            <a:off x="8542884" y="230915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84C510A-7CA0-6A42-2C3A-CA1805C22BD4}"/>
                  </a:ext>
                </a:extLst>
              </p:cNvPr>
              <p:cNvSpPr txBox="1"/>
              <p:nvPr/>
            </p:nvSpPr>
            <p:spPr>
              <a:xfrm>
                <a:off x="28769" y="1985816"/>
                <a:ext cx="9176678" cy="55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kern="10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+</m:t>
                      </m:r>
                      <m:r>
                        <a:rPr lang="en-US" altLang="zh-TW" i="1" kern="10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𝑀</m:t>
                      </m:r>
                      <m:r>
                        <a:rPr lang="en-US" altLang="zh-TW" i="1" kern="10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𝑟𝑠𝑖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𝑑𝑒𝑙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_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Mangal" panose="02040503050203030202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kern="10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𝑐𝑜𝑛𝑡𝑎𝑐𝑡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𝑥𝑏𝑎𝑛𝑑𝑓𝑎𝑑𝑒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𝑟𝑠𝑖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𝑝𝑏𝑘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𝑖𝑛𝑑𝑒𝑥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84C510A-7CA0-6A42-2C3A-CA1805C22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1985816"/>
                <a:ext cx="9176678" cy="550985"/>
              </a:xfrm>
              <a:prstGeom prst="rect">
                <a:avLst/>
              </a:prstGeom>
              <a:blipFill>
                <a:blip r:embed="rId4"/>
                <a:stretch>
                  <a:fillRect t="-138889" b="-1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A8B82F28-D6DC-08C0-F5FB-2520318C8E43}"/>
              </a:ext>
            </a:extLst>
          </p:cNvPr>
          <p:cNvSpPr txBox="1"/>
          <p:nvPr/>
        </p:nvSpPr>
        <p:spPr>
          <a:xfrm>
            <a:off x="0" y="27013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先發生的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先執行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5CBA322-C9CE-8948-8904-F2BE430149F7}"/>
                  </a:ext>
                </a:extLst>
              </p:cNvPr>
              <p:cNvSpPr txBox="1"/>
              <p:nvPr/>
            </p:nvSpPr>
            <p:spPr>
              <a:xfrm>
                <a:off x="28769" y="3054948"/>
                <a:ext cx="8848833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 kern="100">
                        <a:latin typeface="Cambria Math" panose="02040503050406030204" pitchFamily="18" charset="0"/>
                        <a:ea typeface="標楷體" panose="03000509000000000000" pitchFamily="65" charset="-120"/>
                        <a:cs typeface="Mangal" panose="02040503050203030202" pitchFamily="18" charset="0"/>
                      </a:rPr>
                      <m:t>)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5CBA322-C9CE-8948-8904-F2BE43014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" y="3054948"/>
                <a:ext cx="8848833" cy="232756"/>
              </a:xfrm>
              <a:prstGeom prst="rect">
                <a:avLst/>
              </a:prstGeom>
              <a:blipFill>
                <a:blip r:embed="rId5"/>
                <a:stretch>
                  <a:fillRect l="-758" t="-23684" b="-394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7C12C426-17AE-B5ED-0426-94F63BD28254}"/>
              </a:ext>
            </a:extLst>
          </p:cNvPr>
          <p:cNvSpPr txBox="1"/>
          <p:nvPr/>
        </p:nvSpPr>
        <p:spPr>
          <a:xfrm>
            <a:off x="8589968" y="3017438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D2608B4-29C6-A09D-7BB4-A5FA982A7E21}"/>
                  </a:ext>
                </a:extLst>
              </p:cNvPr>
              <p:cNvSpPr txBox="1"/>
              <p:nvPr/>
            </p:nvSpPr>
            <p:spPr>
              <a:xfrm>
                <a:off x="-21705" y="3767568"/>
                <a:ext cx="578856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D2608B4-29C6-A09D-7BB4-A5FA982A7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05" y="3767568"/>
                <a:ext cx="578856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A742430-80CB-EE0F-8836-0D93B4C86854}"/>
                  </a:ext>
                </a:extLst>
              </p:cNvPr>
              <p:cNvSpPr txBox="1"/>
              <p:nvPr/>
            </p:nvSpPr>
            <p:spPr>
              <a:xfrm>
                <a:off x="-21705" y="3444712"/>
                <a:ext cx="54865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𝑟𝑠𝑖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𝑑𝑒𝑙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𝑠𝑡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設為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（方便計算）</a:t>
                </a:r>
                <a:endParaRPr lang="zh-TW" altLang="zh-TW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A742430-80CB-EE0F-8836-0D93B4C8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05" y="3444712"/>
                <a:ext cx="5486504" cy="307777"/>
              </a:xfrm>
              <a:prstGeom prst="rect">
                <a:avLst/>
              </a:prstGeom>
              <a:blipFill>
                <a:blip r:embed="rId7"/>
                <a:stretch>
                  <a:fillRect l="-333" t="-3922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18A66A34-DEDE-4C81-7990-8D11C615442D}"/>
              </a:ext>
            </a:extLst>
          </p:cNvPr>
          <p:cNvSpPr txBox="1"/>
          <p:nvPr/>
        </p:nvSpPr>
        <p:spPr>
          <a:xfrm>
            <a:off x="4572000" y="376388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E04D591E-4753-5A93-AABC-F77AC657CC24}"/>
                  </a:ext>
                </a:extLst>
              </p:cNvPr>
              <p:cNvSpPr txBox="1"/>
              <p:nvPr/>
            </p:nvSpPr>
            <p:spPr>
              <a:xfrm>
                <a:off x="-7661" y="2406036"/>
                <a:ext cx="46833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𝑟𝑠𝑖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𝑑𝑒𝑙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𝑙𝑖𝑠𝑡𝐹𝑖𝑛𝑑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E04D591E-4753-5A93-AABC-F77AC657C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61" y="2406036"/>
                <a:ext cx="4683318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62A9FF87-592D-80D5-78E7-C0FFECEEBF49}"/>
              </a:ext>
            </a:extLst>
          </p:cNvPr>
          <p:cNvSpPr txBox="1"/>
          <p:nvPr/>
        </p:nvSpPr>
        <p:spPr>
          <a:xfrm>
            <a:off x="7065" y="4248826"/>
            <a:ext cx="4682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的開始時間要確保執行完後仍在時間範圍內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A9AA547-61E8-EED3-7360-0EECCF33697F}"/>
                  </a:ext>
                </a:extLst>
              </p:cNvPr>
              <p:cNvSpPr txBox="1"/>
              <p:nvPr/>
            </p:nvSpPr>
            <p:spPr>
              <a:xfrm>
                <a:off x="-21705" y="4616880"/>
                <a:ext cx="73549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≤86400−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𝑑𝑢𝑟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A9AA547-61E8-EED3-7360-0EECCF336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05" y="4616880"/>
                <a:ext cx="735495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5136C690-6D5A-0C3D-E45F-85FA075DC856}"/>
              </a:ext>
            </a:extLst>
          </p:cNvPr>
          <p:cNvSpPr txBox="1"/>
          <p:nvPr/>
        </p:nvSpPr>
        <p:spPr>
          <a:xfrm>
            <a:off x="4952847" y="461687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6" name="Google Shape;230;p30">
            <a:extLst>
              <a:ext uri="{FF2B5EF4-FFF2-40B4-BE49-F238E27FC236}">
                <a16:creationId xmlns:a16="http://schemas.microsoft.com/office/drawing/2014/main" id="{884530E7-CE5B-8E5C-6F0C-EDA278DEC374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7D8A660-24EF-9C48-1D4B-F6F79A32F8A3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6;p30">
            <a:hlinkClick r:id="rId10" action="ppaction://hlinksldjump"/>
            <a:extLst>
              <a:ext uri="{FF2B5EF4-FFF2-40B4-BE49-F238E27FC236}">
                <a16:creationId xmlns:a16="http://schemas.microsoft.com/office/drawing/2014/main" id="{044549E9-69EC-91AF-403C-B5B662DE266D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BC79FE82-1FDC-681E-C639-35FD85A11E41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Google Shape;238;p30">
            <a:hlinkClick r:id="rId12" action="ppaction://hlinksldjump"/>
            <a:extLst>
              <a:ext uri="{FF2B5EF4-FFF2-40B4-BE49-F238E27FC236}">
                <a16:creationId xmlns:a16="http://schemas.microsoft.com/office/drawing/2014/main" id="{ECE25C36-0B70-F565-B6F8-A6899FCE7810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F3970FC-6162-DED9-010B-CBCB95AE4784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860E00B3-A632-AD58-E208-B2654244686C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8CE37E8B-CD28-6F7E-2F40-DF58CF55AF0E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13" action="ppaction://hlinksldjump"/>
            <a:extLst>
              <a:ext uri="{FF2B5EF4-FFF2-40B4-BE49-F238E27FC236}">
                <a16:creationId xmlns:a16="http://schemas.microsoft.com/office/drawing/2014/main" id="{A1EEF966-5E73-4876-F1B3-ADE6808E3154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1" action="ppaction://hlinksldjump"/>
            <a:extLst>
              <a:ext uri="{FF2B5EF4-FFF2-40B4-BE49-F238E27FC236}">
                <a16:creationId xmlns:a16="http://schemas.microsoft.com/office/drawing/2014/main" id="{6D5E1B29-73F4-DFBA-441B-943153B521B6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14" action="ppaction://hlinksldjump"/>
            <a:extLst>
              <a:ext uri="{FF2B5EF4-FFF2-40B4-BE49-F238E27FC236}">
                <a16:creationId xmlns:a16="http://schemas.microsoft.com/office/drawing/2014/main" id="{FFC1665B-796F-304B-A9E7-0494797F5B3B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5" action="ppaction://hlinksldjump"/>
            <a:extLst>
              <a:ext uri="{FF2B5EF4-FFF2-40B4-BE49-F238E27FC236}">
                <a16:creationId xmlns:a16="http://schemas.microsoft.com/office/drawing/2014/main" id="{11AEA3D8-7A1E-1A1F-14BE-77A7F8C729FB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16" action="ppaction://hlinksldjump"/>
            <a:extLst>
              <a:ext uri="{FF2B5EF4-FFF2-40B4-BE49-F238E27FC236}">
                <a16:creationId xmlns:a16="http://schemas.microsoft.com/office/drawing/2014/main" id="{6A02A7C5-E835-7977-0C92-EA9060DC9768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6" action="ppaction://hlinksldjump"/>
            <a:extLst>
              <a:ext uri="{FF2B5EF4-FFF2-40B4-BE49-F238E27FC236}">
                <a16:creationId xmlns:a16="http://schemas.microsoft.com/office/drawing/2014/main" id="{FF66B198-C0E6-64AA-5B83-B0F42E3138CC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7" action="ppaction://hlinksldjump"/>
            <a:extLst>
              <a:ext uri="{FF2B5EF4-FFF2-40B4-BE49-F238E27FC236}">
                <a16:creationId xmlns:a16="http://schemas.microsoft.com/office/drawing/2014/main" id="{D92F75AC-A02E-163C-6504-404EB54107AD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F5FA11C-4DCA-38A8-BED5-2C7D5E83596D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Google Shape;237;p30">
            <a:hlinkClick r:id="rId11" action="ppaction://hlinksldjump"/>
            <a:extLst>
              <a:ext uri="{FF2B5EF4-FFF2-40B4-BE49-F238E27FC236}">
                <a16:creationId xmlns:a16="http://schemas.microsoft.com/office/drawing/2014/main" id="{35D2950A-18E2-A3DF-CC29-35AAB3327B37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0" name="矩形 49">
            <a:hlinkClick r:id="rId18" action="ppaction://hlinksldjump"/>
            <a:extLst>
              <a:ext uri="{FF2B5EF4-FFF2-40B4-BE49-F238E27FC236}">
                <a16:creationId xmlns:a16="http://schemas.microsoft.com/office/drawing/2014/main" id="{FD9A96C6-082C-BAE2-3C7E-BFBDB1CEFD44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331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RSI_DEL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F3A0E8E-6B17-C232-7D71-C5520634F61A}"/>
              </a:ext>
            </a:extLst>
          </p:cNvPr>
          <p:cNvSpPr txBox="1"/>
          <p:nvPr/>
        </p:nvSpPr>
        <p:spPr>
          <a:xfrm>
            <a:off x="-19355" y="1200911"/>
            <a:ext cx="2999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5099CF5-6667-66B7-1337-C83A6FF0A6A9}"/>
              </a:ext>
            </a:extLst>
          </p:cNvPr>
          <p:cNvGrpSpPr/>
          <p:nvPr/>
        </p:nvGrpSpPr>
        <p:grpSpPr>
          <a:xfrm>
            <a:off x="-19355" y="1511499"/>
            <a:ext cx="9788996" cy="638372"/>
            <a:chOff x="-19355" y="1511499"/>
            <a:chExt cx="9788996" cy="638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8CCE78D-893C-1A3F-6591-12BA65D60045}"/>
                    </a:ext>
                  </a:extLst>
                </p:cNvPr>
                <p:cNvSpPr txBox="1"/>
                <p:nvPr/>
              </p:nvSpPr>
              <p:spPr>
                <a:xfrm>
                  <a:off x="-19355" y="1511499"/>
                  <a:ext cx="9788996" cy="3250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8CCE78D-893C-1A3F-6591-12BA65D6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1511499"/>
                  <a:ext cx="9788996" cy="325089"/>
                </a:xfrm>
                <a:prstGeom prst="rect">
                  <a:avLst/>
                </a:prstGeom>
                <a:blipFill>
                  <a:blip r:embed="rId3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2538AB21-65C8-AF36-F55D-E6D32CDF4C73}"/>
                    </a:ext>
                  </a:extLst>
                </p:cNvPr>
                <p:cNvSpPr txBox="1"/>
                <p:nvPr/>
              </p:nvSpPr>
              <p:spPr>
                <a:xfrm>
                  <a:off x="0" y="1842094"/>
                  <a:ext cx="30809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2538AB21-65C8-AF36-F55D-E6D32CDF4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842094"/>
                  <a:ext cx="308094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862EDD5-C4A1-9C2C-49F2-BAE07E1D2A8E}"/>
                  </a:ext>
                </a:extLst>
              </p:cNvPr>
              <p:cNvSpPr txBox="1"/>
              <p:nvPr/>
            </p:nvSpPr>
            <p:spPr>
              <a:xfrm>
                <a:off x="-19355" y="3168783"/>
                <a:ext cx="857621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}, ∀</m:t>
                    </m:r>
                    <m:r>
                      <m:rPr>
                        <m:sty m:val="p"/>
                      </m:rP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𝑟𝑒𝑐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862EDD5-C4A1-9C2C-49F2-BAE07E1D2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355" y="3168783"/>
                <a:ext cx="8576214" cy="325089"/>
              </a:xfrm>
              <a:prstGeom prst="rect">
                <a:avLst/>
              </a:prstGeom>
              <a:blipFill>
                <a:blip r:embed="rId5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30B6A3B2-31B7-0F28-A26C-E572FB5330E7}"/>
              </a:ext>
            </a:extLst>
          </p:cNvPr>
          <p:cNvGrpSpPr/>
          <p:nvPr/>
        </p:nvGrpSpPr>
        <p:grpSpPr>
          <a:xfrm>
            <a:off x="-186" y="2330828"/>
            <a:ext cx="9804736" cy="643929"/>
            <a:chOff x="-186" y="2330828"/>
            <a:chExt cx="9804736" cy="643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080E3AD-0678-C5D5-CB4F-9FFC2135E4F0}"/>
                    </a:ext>
                  </a:extLst>
                </p:cNvPr>
                <p:cNvSpPr txBox="1"/>
                <p:nvPr/>
              </p:nvSpPr>
              <p:spPr>
                <a:xfrm>
                  <a:off x="15554" y="2330828"/>
                  <a:ext cx="9788996" cy="3250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𝑟𝑒𝑐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kern="10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080E3AD-0678-C5D5-CB4F-9FFC2135E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4" y="2330828"/>
                  <a:ext cx="9788996" cy="325089"/>
                </a:xfrm>
                <a:prstGeom prst="rect">
                  <a:avLst/>
                </a:prstGeom>
                <a:blipFill>
                  <a:blip r:embed="rId6"/>
                  <a:stretch>
                    <a:fillRect b="-18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DE50D10-BEC8-C530-B1B5-17E9CC697CE2}"/>
                    </a:ext>
                  </a:extLst>
                </p:cNvPr>
                <p:cNvSpPr txBox="1"/>
                <p:nvPr/>
              </p:nvSpPr>
              <p:spPr>
                <a:xfrm>
                  <a:off x="-186" y="2666980"/>
                  <a:ext cx="343070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}, ∀</m:t>
                        </m:r>
                        <m:r>
                          <m:rPr>
                            <m:sty m:val="p"/>
                          </m:rPr>
                          <a:rPr lang="en-US" altLang="zh-TW" kern="10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𝑟𝑒𝑐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DE50D10-BEC8-C530-B1B5-17E9CC697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6" y="2666980"/>
                  <a:ext cx="34307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9BBE1AE-7E4F-6EE9-ACC6-AB03FDD356C9}"/>
              </a:ext>
            </a:extLst>
          </p:cNvPr>
          <p:cNvSpPr txBox="1"/>
          <p:nvPr/>
        </p:nvSpPr>
        <p:spPr>
          <a:xfrm>
            <a:off x="2286505" y="184209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C92B1D1-D2CD-D95D-886B-42FA6CB9D13B}"/>
              </a:ext>
            </a:extLst>
          </p:cNvPr>
          <p:cNvSpPr txBox="1"/>
          <p:nvPr/>
        </p:nvSpPr>
        <p:spPr>
          <a:xfrm>
            <a:off x="2345423" y="2662736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3AA6A5B-16BC-F73E-554B-6A16E5754874}"/>
              </a:ext>
            </a:extLst>
          </p:cNvPr>
          <p:cNvSpPr txBox="1"/>
          <p:nvPr/>
        </p:nvSpPr>
        <p:spPr>
          <a:xfrm>
            <a:off x="7705310" y="316878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1" name="Google Shape;230;p30">
            <a:extLst>
              <a:ext uri="{FF2B5EF4-FFF2-40B4-BE49-F238E27FC236}">
                <a16:creationId xmlns:a16="http://schemas.microsoft.com/office/drawing/2014/main" id="{0C23A1EB-93B0-9106-C609-7F022E8439BB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FC2DEB1-4B0F-7339-13BF-EAE4042FF97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9EDD166B-7DF6-1FB9-CFC0-52A0AB8BA4BD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37FC764E-0E8B-C1A0-B12C-E510D9605E89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D1804E05-0E70-29DC-6541-16E20E1CB7EF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18451A-AC1E-1CED-041A-69222539CB9A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6472A156-7E87-7BED-6C9F-FA1815B6BC06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8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F5DF7911-BA02-3363-227C-B9812AC54CB2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AFE54298-8486-FC4E-9925-2DE41DC0E77F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9" action="ppaction://hlinksldjump"/>
            <a:extLst>
              <a:ext uri="{FF2B5EF4-FFF2-40B4-BE49-F238E27FC236}">
                <a16:creationId xmlns:a16="http://schemas.microsoft.com/office/drawing/2014/main" id="{227F1A42-4D79-6401-F05A-9852EF230E4D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7EB4E3A5-FE66-E7F6-5F4E-7D8D1DAEE428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804198E0-358A-5DFE-205F-E02AD33EF1E3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4" action="ppaction://hlinksldjump"/>
            <a:extLst>
              <a:ext uri="{FF2B5EF4-FFF2-40B4-BE49-F238E27FC236}">
                <a16:creationId xmlns:a16="http://schemas.microsoft.com/office/drawing/2014/main" id="{43FDC107-5ABB-5892-CFDA-F339406ED553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EB0FF91C-3937-659D-118A-EA777DE9D67D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5" action="ppaction://hlinksldjump"/>
            <a:extLst>
              <a:ext uri="{FF2B5EF4-FFF2-40B4-BE49-F238E27FC236}">
                <a16:creationId xmlns:a16="http://schemas.microsoft.com/office/drawing/2014/main" id="{F547ACA7-2B8D-A2A9-399A-659667358E6F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EBB352A-57DC-CBF8-CB7E-3F47A9107177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B7F89EF7-9BB9-D825-8F01-117E9250B018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6" action="ppaction://hlinksldjump"/>
            <a:extLst>
              <a:ext uri="{FF2B5EF4-FFF2-40B4-BE49-F238E27FC236}">
                <a16:creationId xmlns:a16="http://schemas.microsoft.com/office/drawing/2014/main" id="{A8131E81-D837-3EAB-B789-FB1B839113DB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7344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042;p38">
            <a:extLst>
              <a:ext uri="{FF2B5EF4-FFF2-40B4-BE49-F238E27FC236}">
                <a16:creationId xmlns:a16="http://schemas.microsoft.com/office/drawing/2014/main" id="{AF5FC1BD-3A20-EF0E-7017-91DB775A600B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030;p38">
            <a:extLst>
              <a:ext uri="{FF2B5EF4-FFF2-40B4-BE49-F238E27FC236}">
                <a16:creationId xmlns:a16="http://schemas.microsoft.com/office/drawing/2014/main" id="{930EDF44-4519-513D-F9F7-B5478476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4" y="532935"/>
            <a:ext cx="3348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RSI_DEL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F3A0E8E-6B17-C232-7D71-C5520634F61A}"/>
              </a:ext>
            </a:extLst>
          </p:cNvPr>
          <p:cNvSpPr txBox="1"/>
          <p:nvPr/>
        </p:nvSpPr>
        <p:spPr>
          <a:xfrm>
            <a:off x="-19355" y="1200911"/>
            <a:ext cx="2999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不可與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重疊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5099CF5-6667-66B7-1337-C83A6FF0A6A9}"/>
              </a:ext>
            </a:extLst>
          </p:cNvPr>
          <p:cNvGrpSpPr/>
          <p:nvPr/>
        </p:nvGrpSpPr>
        <p:grpSpPr>
          <a:xfrm>
            <a:off x="-19355" y="1457736"/>
            <a:ext cx="9788996" cy="724291"/>
            <a:chOff x="-19355" y="1511499"/>
            <a:chExt cx="9788996" cy="724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8CCE78D-893C-1A3F-6591-12BA65D60045}"/>
                    </a:ext>
                  </a:extLst>
                </p:cNvPr>
                <p:cNvSpPr txBox="1"/>
                <p:nvPr/>
              </p:nvSpPr>
              <p:spPr>
                <a:xfrm>
                  <a:off x="-19355" y="1511499"/>
                  <a:ext cx="9788996" cy="6433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sz="140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∈{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𝑟𝑠𝑖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𝑝𝑏𝑘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  <m:r>
                              <a:rPr lang="en-US" altLang="zh-TW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8CCE78D-893C-1A3F-6591-12BA65D6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1511499"/>
                  <a:ext cx="9788996" cy="643318"/>
                </a:xfrm>
                <a:prstGeom prst="rect">
                  <a:avLst/>
                </a:prstGeom>
                <a:blipFill>
                  <a:blip r:embed="rId3"/>
                  <a:stretch>
                    <a:fillRect t="-110377" b="-1537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2538AB21-65C8-AF36-F55D-E6D32CDF4C73}"/>
                    </a:ext>
                  </a:extLst>
                </p:cNvPr>
                <p:cNvSpPr txBox="1"/>
                <p:nvPr/>
              </p:nvSpPr>
              <p:spPr>
                <a:xfrm>
                  <a:off x="0" y="1928013"/>
                  <a:ext cx="30809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2538AB21-65C8-AF36-F55D-E6D32CDF4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928013"/>
                  <a:ext cx="308094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862EDD5-C4A1-9C2C-49F2-BAE07E1D2A8E}"/>
                  </a:ext>
                </a:extLst>
              </p:cNvPr>
              <p:cNvSpPr txBox="1"/>
              <p:nvPr/>
            </p:nvSpPr>
            <p:spPr>
              <a:xfrm>
                <a:off x="-20625" y="3341779"/>
                <a:ext cx="857621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lit/>
                          </m:rP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}, ∀</m:t>
                    </m:r>
                    <m:r>
                      <m:rPr>
                        <m:sty m:val="p"/>
                      </m:rP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𝑝𝑏𝑘</m:t>
                    </m:r>
                    <m:r>
                      <a:rPr lang="en-US" altLang="zh-TW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862EDD5-C4A1-9C2C-49F2-BAE07E1D2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625" y="3341779"/>
                <a:ext cx="8576214" cy="325089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30B6A3B2-31B7-0F28-A26C-E572FB5330E7}"/>
              </a:ext>
            </a:extLst>
          </p:cNvPr>
          <p:cNvGrpSpPr/>
          <p:nvPr/>
        </p:nvGrpSpPr>
        <p:grpSpPr>
          <a:xfrm>
            <a:off x="0" y="2223892"/>
            <a:ext cx="9788996" cy="944891"/>
            <a:chOff x="15554" y="2330828"/>
            <a:chExt cx="9788996" cy="944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080E3AD-0678-C5D5-CB4F-9FFC2135E4F0}"/>
                    </a:ext>
                  </a:extLst>
                </p:cNvPr>
                <p:cNvSpPr txBox="1"/>
                <p:nvPr/>
              </p:nvSpPr>
              <p:spPr>
                <a:xfrm>
                  <a:off x="15554" y="2330828"/>
                  <a:ext cx="9788996" cy="6433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 kern="10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kern="10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kern="1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∈{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𝑐𝑜𝑛𝑡𝑎𝑐𝑡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𝑟𝑠𝑖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𝑝𝑏𝑘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𝑠𝑡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𝑣𝑎𝑟</m:t>
                                </m:r>
                              </m:e>
                              <m:sub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𝑝𝑏𝑘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kern="10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080E3AD-0678-C5D5-CB4F-9FFC2135E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4" y="2330828"/>
                  <a:ext cx="9788996" cy="643318"/>
                </a:xfrm>
                <a:prstGeom prst="rect">
                  <a:avLst/>
                </a:prstGeom>
                <a:blipFill>
                  <a:blip r:embed="rId6"/>
                  <a:stretch>
                    <a:fillRect t="-111429" b="-1561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DE50D10-BEC8-C530-B1B5-17E9CC697CE2}"/>
                    </a:ext>
                  </a:extLst>
                </p:cNvPr>
                <p:cNvSpPr txBox="1"/>
                <p:nvPr/>
              </p:nvSpPr>
              <p:spPr>
                <a:xfrm>
                  <a:off x="30321" y="2967942"/>
                  <a:ext cx="343070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kern="100" smtClean="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}, ∀</m:t>
                        </m:r>
                        <m:r>
                          <m:rPr>
                            <m:sty m:val="p"/>
                          </m:rPr>
                          <a:rPr lang="en-US" altLang="zh-TW" kern="10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} 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DE50D10-BEC8-C530-B1B5-17E9CC697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21" y="2967942"/>
                  <a:ext cx="34307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9BBE1AE-7E4F-6EE9-ACC6-AB03FDD356C9}"/>
              </a:ext>
            </a:extLst>
          </p:cNvPr>
          <p:cNvSpPr txBox="1"/>
          <p:nvPr/>
        </p:nvSpPr>
        <p:spPr>
          <a:xfrm>
            <a:off x="2345423" y="190021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C92B1D1-D2CD-D95D-886B-42FA6CB9D13B}"/>
              </a:ext>
            </a:extLst>
          </p:cNvPr>
          <p:cNvSpPr txBox="1"/>
          <p:nvPr/>
        </p:nvSpPr>
        <p:spPr>
          <a:xfrm>
            <a:off x="2345423" y="288696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3AA6A5B-16BC-F73E-554B-6A16E5754874}"/>
              </a:ext>
            </a:extLst>
          </p:cNvPr>
          <p:cNvSpPr txBox="1"/>
          <p:nvPr/>
        </p:nvSpPr>
        <p:spPr>
          <a:xfrm>
            <a:off x="7795773" y="335909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773DB1FC-17BD-CAA2-55A8-DDB7474934D9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8CAAB0-2FE1-F48C-4457-D9A217FF833F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8AD8EFCB-FE4E-8D8A-D6E5-CA407CB19AE7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E39E65FD-FBC8-AF77-8ABD-C6DC89A5B536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60577075-FD67-3C27-66BF-EC340106D54D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E5FC578-0894-1944-1F9A-2F57DAE9FC17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2EF149D7-4EE6-5628-0BAB-31D53959518D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8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B419409A-6F39-2127-D0C1-50225D722513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9" name="矩形 38">
            <a:hlinkClick r:id="rId11" action="ppaction://hlinksldjump"/>
            <a:extLst>
              <a:ext uri="{FF2B5EF4-FFF2-40B4-BE49-F238E27FC236}">
                <a16:creationId xmlns:a16="http://schemas.microsoft.com/office/drawing/2014/main" id="{1321377C-ACB1-1E6B-4210-A230C6979F68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9" action="ppaction://hlinksldjump"/>
            <a:extLst>
              <a:ext uri="{FF2B5EF4-FFF2-40B4-BE49-F238E27FC236}">
                <a16:creationId xmlns:a16="http://schemas.microsoft.com/office/drawing/2014/main" id="{71D6F924-2D37-B45B-01C3-E38D23995F76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hlinkClick r:id="rId12" action="ppaction://hlinksldjump"/>
            <a:extLst>
              <a:ext uri="{FF2B5EF4-FFF2-40B4-BE49-F238E27FC236}">
                <a16:creationId xmlns:a16="http://schemas.microsoft.com/office/drawing/2014/main" id="{A2775F64-3172-FBEF-1575-009B50298FA3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0EBEA60F-EEFB-FDC3-96C1-3BB12335D9C3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4" action="ppaction://hlinksldjump"/>
            <a:extLst>
              <a:ext uri="{FF2B5EF4-FFF2-40B4-BE49-F238E27FC236}">
                <a16:creationId xmlns:a16="http://schemas.microsoft.com/office/drawing/2014/main" id="{D1659451-0222-252D-231B-DD919E520E0E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4" action="ppaction://hlinksldjump"/>
            <a:extLst>
              <a:ext uri="{FF2B5EF4-FFF2-40B4-BE49-F238E27FC236}">
                <a16:creationId xmlns:a16="http://schemas.microsoft.com/office/drawing/2014/main" id="{9620D8CE-B2E6-CF11-C182-164411283A10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5" action="ppaction://hlinksldjump"/>
            <a:extLst>
              <a:ext uri="{FF2B5EF4-FFF2-40B4-BE49-F238E27FC236}">
                <a16:creationId xmlns:a16="http://schemas.microsoft.com/office/drawing/2014/main" id="{1BDAAE16-8779-5FB3-EFE0-9E284BFB8DDD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B4601E5-5909-79F0-3E8F-263F2C0CE46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0F2E883E-13CE-E6C6-6889-20C92E33EFBB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6" action="ppaction://hlinksldjump"/>
            <a:extLst>
              <a:ext uri="{FF2B5EF4-FFF2-40B4-BE49-F238E27FC236}">
                <a16:creationId xmlns:a16="http://schemas.microsoft.com/office/drawing/2014/main" id="{FC4AE679-B8FA-CC5F-3B8B-89D9F3D2958A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901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/>
              <p:nvPr/>
            </p:nvSpPr>
            <p:spPr>
              <a:xfrm>
                <a:off x="-19355" y="3273041"/>
                <a:ext cx="7029861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lit/>
                            </m:rP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   ∀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𝑑𝑒𝑙</m:t>
                          </m:r>
                        </m:e>
                      </m:d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5CCF68D-AAB4-F70D-E50E-28FBC10E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355" y="3273041"/>
                <a:ext cx="7029861" cy="325089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356" y="1196152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//RSI_DEL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間不可重疊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10EE7A8-8524-EC97-C6A0-F38F04F1CD5D}"/>
              </a:ext>
            </a:extLst>
          </p:cNvPr>
          <p:cNvGrpSpPr/>
          <p:nvPr/>
        </p:nvGrpSpPr>
        <p:grpSpPr>
          <a:xfrm>
            <a:off x="-19355" y="1511499"/>
            <a:ext cx="9788996" cy="666663"/>
            <a:chOff x="-19355" y="1511499"/>
            <a:chExt cx="9788996" cy="6666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0642C736-D21F-0153-51AD-BC0B9C265B73}"/>
                    </a:ext>
                  </a:extLst>
                </p:cNvPr>
                <p:cNvSpPr txBox="1"/>
                <p:nvPr/>
              </p:nvSpPr>
              <p:spPr>
                <a:xfrm>
                  <a:off x="-19355" y="1511499"/>
                  <a:ext cx="9788996" cy="3250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0642C736-D21F-0153-51AD-BC0B9C265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1511499"/>
                  <a:ext cx="9788996" cy="325089"/>
                </a:xfrm>
                <a:prstGeom prst="rect">
                  <a:avLst/>
                </a:prstGeom>
                <a:blipFill>
                  <a:blip r:embed="rId4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CF6420BE-9673-048C-BA64-E4586EA86F7A}"/>
                    </a:ext>
                  </a:extLst>
                </p:cNvPr>
                <p:cNvSpPr txBox="1"/>
                <p:nvPr/>
              </p:nvSpPr>
              <p:spPr>
                <a:xfrm>
                  <a:off x="8909" y="1870385"/>
                  <a:ext cx="22162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CF6420BE-9673-048C-BA64-E4586EA86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9" y="1870385"/>
                  <a:ext cx="221621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2A35B97-CE40-5A53-2B40-0725747EC889}"/>
              </a:ext>
            </a:extLst>
          </p:cNvPr>
          <p:cNvGrpSpPr/>
          <p:nvPr/>
        </p:nvGrpSpPr>
        <p:grpSpPr>
          <a:xfrm>
            <a:off x="-19355" y="2482117"/>
            <a:ext cx="9788996" cy="668854"/>
            <a:chOff x="-19355" y="2482117"/>
            <a:chExt cx="9788996" cy="6688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604A330-F471-02D0-01DD-A6F3D5AF7884}"/>
                    </a:ext>
                  </a:extLst>
                </p:cNvPr>
                <p:cNvSpPr txBox="1"/>
                <p:nvPr/>
              </p:nvSpPr>
              <p:spPr>
                <a:xfrm>
                  <a:off x="-19355" y="2482117"/>
                  <a:ext cx="9788996" cy="3250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𝑑𝑢𝑟</m:t>
                            </m:r>
                          </m:e>
                          <m:sub>
                            <m:r>
                              <a:rPr lang="en-US" altLang="zh-TW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400" b="0" i="0" kern="100" smtClean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e>
                          <m:sub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𝑟𝑠𝑖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kern="100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TW" altLang="zh-TW" sz="14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00" smtClean="0">
                                <a:effectLst/>
                                <a:latin typeface="Cambria Math" panose="02040503050406030204" pitchFamily="18" charset="0"/>
                              </a:rPr>
                              <m:t>𝑑𝑒𝑙</m:t>
                            </m:r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kern="10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𝑣𝑎𝑟</m:t>
                            </m:r>
                          </m:e>
                          <m:sub>
                            <m:r>
                              <a:rPr lang="en-US" altLang="zh-TW" sz="1400" kern="1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1604A330-F471-02D0-01DD-A6F3D5AF7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55" y="2482117"/>
                  <a:ext cx="9788996" cy="325089"/>
                </a:xfrm>
                <a:prstGeom prst="rect">
                  <a:avLst/>
                </a:prstGeom>
                <a:blipFill>
                  <a:blip r:embed="rId6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7EFFAFE-DBA6-FAD9-AB31-8EC4A3A88236}"/>
                    </a:ext>
                  </a:extLst>
                </p:cNvPr>
                <p:cNvSpPr txBox="1"/>
                <p:nvPr/>
              </p:nvSpPr>
              <p:spPr>
                <a:xfrm>
                  <a:off x="8909" y="2843194"/>
                  <a:ext cx="22162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kern="100" smtClean="0">
                            <a:effectLst/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b="0" i="1" kern="100" smtClean="0">
                            <a:effectLst/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}, 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sz="14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7EFFAFE-DBA6-FAD9-AB31-8EC4A3A88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9" y="2843194"/>
                  <a:ext cx="221621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6C70629-4786-E6CC-1FBC-15A9CFF24505}"/>
              </a:ext>
            </a:extLst>
          </p:cNvPr>
          <p:cNvSpPr txBox="1"/>
          <p:nvPr/>
        </p:nvSpPr>
        <p:spPr>
          <a:xfrm>
            <a:off x="1854000" y="187231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741B90-2AE9-728A-155B-F3B5CA24963F}"/>
              </a:ext>
            </a:extLst>
          </p:cNvPr>
          <p:cNvSpPr txBox="1"/>
          <p:nvPr/>
        </p:nvSpPr>
        <p:spPr>
          <a:xfrm>
            <a:off x="1854000" y="287918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05DC4A8-7A35-AA9A-3CC0-B9CFD282E3A7}"/>
              </a:ext>
            </a:extLst>
          </p:cNvPr>
          <p:cNvSpPr txBox="1"/>
          <p:nvPr/>
        </p:nvSpPr>
        <p:spPr>
          <a:xfrm>
            <a:off x="6546489" y="328099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4" y="532935"/>
            <a:ext cx="33480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RSI_DEL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9" name="Google Shape;230;p30">
            <a:extLst>
              <a:ext uri="{FF2B5EF4-FFF2-40B4-BE49-F238E27FC236}">
                <a16:creationId xmlns:a16="http://schemas.microsoft.com/office/drawing/2014/main" id="{09EEEF82-8434-916D-897B-89D8A606C68F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64C41E5-F460-6A20-4181-C773BBA43C0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14AE2E4B-4541-7C1A-86E6-A7D86FE4526A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7804D9C2-DE39-D2CE-9EBD-D76B1438FED1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824E8472-0FF2-1AF4-9252-5AC156A086AE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52D9FE5-8C13-4BB0-6284-CD4194ED1237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BFE44086-2337-F4A9-419D-79720B580994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6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F6467609-A773-9C75-F236-446AEA4C8BCE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7" name="矩形 36">
            <a:hlinkClick r:id="rId11" action="ppaction://hlinksldjump"/>
            <a:extLst>
              <a:ext uri="{FF2B5EF4-FFF2-40B4-BE49-F238E27FC236}">
                <a16:creationId xmlns:a16="http://schemas.microsoft.com/office/drawing/2014/main" id="{8E78B36C-9429-2445-8C0D-70FCE2C99D23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E5C099A9-5405-1489-C5A6-B5F31AA5069C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hlinkClick r:id="rId12" action="ppaction://hlinksldjump"/>
            <a:extLst>
              <a:ext uri="{FF2B5EF4-FFF2-40B4-BE49-F238E27FC236}">
                <a16:creationId xmlns:a16="http://schemas.microsoft.com/office/drawing/2014/main" id="{7172F206-2FD5-A78A-47DD-85EB2F2B8CCC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3" action="ppaction://hlinksldjump"/>
            <a:extLst>
              <a:ext uri="{FF2B5EF4-FFF2-40B4-BE49-F238E27FC236}">
                <a16:creationId xmlns:a16="http://schemas.microsoft.com/office/drawing/2014/main" id="{7604B2BC-0744-B72A-8478-C947E0612362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rId14" action="ppaction://hlinksldjump"/>
            <a:extLst>
              <a:ext uri="{FF2B5EF4-FFF2-40B4-BE49-F238E27FC236}">
                <a16:creationId xmlns:a16="http://schemas.microsoft.com/office/drawing/2014/main" id="{CCA4C047-BFB5-52D4-B3A3-8C9DFC68133B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14" action="ppaction://hlinksldjump"/>
            <a:extLst>
              <a:ext uri="{FF2B5EF4-FFF2-40B4-BE49-F238E27FC236}">
                <a16:creationId xmlns:a16="http://schemas.microsoft.com/office/drawing/2014/main" id="{6B95A31A-DDE6-53E2-270B-46DB09D09CC6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5" action="ppaction://hlinksldjump"/>
            <a:extLst>
              <a:ext uri="{FF2B5EF4-FFF2-40B4-BE49-F238E27FC236}">
                <a16:creationId xmlns:a16="http://schemas.microsoft.com/office/drawing/2014/main" id="{A8A6BD9D-B00F-0A18-CD52-6FC2841FA17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39031C7-42DE-B358-13F0-CFB70162DCD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08B55FCD-97C4-4A11-3FAF-ACDDB499EF7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16" action="ppaction://hlinksldjump"/>
            <a:extLst>
              <a:ext uri="{FF2B5EF4-FFF2-40B4-BE49-F238E27FC236}">
                <a16:creationId xmlns:a16="http://schemas.microsoft.com/office/drawing/2014/main" id="{19617049-2566-EC31-E51D-99A38D86AC02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595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356" y="1196152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無論如何皆執行</a:t>
            </a:r>
          </a:p>
        </p:txBody>
      </p:sp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370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4" y="532935"/>
            <a:ext cx="33480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MISC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190775E-CB3E-78CE-DF19-F15594C54A83}"/>
                  </a:ext>
                </a:extLst>
              </p:cNvPr>
              <p:cNvSpPr txBox="1"/>
              <p:nvPr/>
            </p:nvSpPr>
            <p:spPr>
              <a:xfrm>
                <a:off x="62716" y="1511880"/>
                <a:ext cx="1150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𝑚𝑖𝑠𝑐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190775E-CB3E-78CE-DF19-F15594C54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6" y="1511880"/>
                <a:ext cx="1150828" cy="215444"/>
              </a:xfrm>
              <a:prstGeom prst="rect">
                <a:avLst/>
              </a:prstGeom>
              <a:blipFill>
                <a:blip r:embed="rId3"/>
                <a:stretch>
                  <a:fillRect l="-2646" r="-2646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6F70-FED9-F418-45E4-AB19E1B0FB93}"/>
              </a:ext>
            </a:extLst>
          </p:cNvPr>
          <p:cNvSpPr txBox="1"/>
          <p:nvPr/>
        </p:nvSpPr>
        <p:spPr>
          <a:xfrm>
            <a:off x="1361488" y="146571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046423FF-2ED9-5D57-89B8-54BB1BAE9321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2D7436-A566-DD80-51C2-8753360D3AF6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Google Shape;236;p30">
            <a:hlinkClick r:id="rId4" action="ppaction://hlinksldjump"/>
            <a:extLst>
              <a:ext uri="{FF2B5EF4-FFF2-40B4-BE49-F238E27FC236}">
                <a16:creationId xmlns:a16="http://schemas.microsoft.com/office/drawing/2014/main" id="{F27432C6-2549-A845-C370-54A3A3287B18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08A10855-3639-E196-AE48-28040F3078C7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Google Shape;238;p30">
            <a:hlinkClick r:id="rId6" action="ppaction://hlinksldjump"/>
            <a:extLst>
              <a:ext uri="{FF2B5EF4-FFF2-40B4-BE49-F238E27FC236}">
                <a16:creationId xmlns:a16="http://schemas.microsoft.com/office/drawing/2014/main" id="{BB2A805B-B38E-6D58-9899-B81508AFA51B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1229D93-9AD7-2031-A061-3D27AE010EA9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3FEFCEF7-12AB-3A3A-CB0C-56ADD3ACF6EF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0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D8BDEE53-C4B4-EC2F-A2A9-E592D4837F52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1" name="矩形 30">
            <a:hlinkClick r:id="rId7" action="ppaction://hlinksldjump"/>
            <a:extLst>
              <a:ext uri="{FF2B5EF4-FFF2-40B4-BE49-F238E27FC236}">
                <a16:creationId xmlns:a16="http://schemas.microsoft.com/office/drawing/2014/main" id="{3AF32AB5-DB66-1932-293E-54E2C22038AD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hlinkClick r:id="rId5" action="ppaction://hlinksldjump"/>
            <a:extLst>
              <a:ext uri="{FF2B5EF4-FFF2-40B4-BE49-F238E27FC236}">
                <a16:creationId xmlns:a16="http://schemas.microsoft.com/office/drawing/2014/main" id="{DB37C7C0-FF74-2998-95C8-8993D8473D93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hlinkClick r:id="rId8" action="ppaction://hlinksldjump"/>
            <a:extLst>
              <a:ext uri="{FF2B5EF4-FFF2-40B4-BE49-F238E27FC236}">
                <a16:creationId xmlns:a16="http://schemas.microsoft.com/office/drawing/2014/main" id="{E63CCBE3-6DD7-711E-127B-A923BB32AEED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9" action="ppaction://hlinksldjump"/>
            <a:extLst>
              <a:ext uri="{FF2B5EF4-FFF2-40B4-BE49-F238E27FC236}">
                <a16:creationId xmlns:a16="http://schemas.microsoft.com/office/drawing/2014/main" id="{CE2D1D4F-7577-E131-8492-413E499832FD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0" action="ppaction://hlinksldjump"/>
            <a:extLst>
              <a:ext uri="{FF2B5EF4-FFF2-40B4-BE49-F238E27FC236}">
                <a16:creationId xmlns:a16="http://schemas.microsoft.com/office/drawing/2014/main" id="{5953858C-5FC1-7BD3-E9EF-7F25EF5A4804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0" action="ppaction://hlinksldjump"/>
            <a:extLst>
              <a:ext uri="{FF2B5EF4-FFF2-40B4-BE49-F238E27FC236}">
                <a16:creationId xmlns:a16="http://schemas.microsoft.com/office/drawing/2014/main" id="{7CAD1568-12DA-336C-59F7-15C63EB5FED6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1" action="ppaction://hlinksldjump"/>
            <a:extLst>
              <a:ext uri="{FF2B5EF4-FFF2-40B4-BE49-F238E27FC236}">
                <a16:creationId xmlns:a16="http://schemas.microsoft.com/office/drawing/2014/main" id="{1F452BA4-FEE7-3E94-844F-359DC48899E3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9D79E5E-F73B-ED42-2196-117B9AB69474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Google Shape;237;p30">
            <a:hlinkClick r:id="rId5" action="ppaction://hlinksldjump"/>
            <a:extLst>
              <a:ext uri="{FF2B5EF4-FFF2-40B4-BE49-F238E27FC236}">
                <a16:creationId xmlns:a16="http://schemas.microsoft.com/office/drawing/2014/main" id="{C658805A-5F8D-C9B7-6686-A74BD3D76403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0" name="矩形 39">
            <a:hlinkClick r:id="rId12" action="ppaction://hlinksldjump"/>
            <a:extLst>
              <a:ext uri="{FF2B5EF4-FFF2-40B4-BE49-F238E27FC236}">
                <a16:creationId xmlns:a16="http://schemas.microsoft.com/office/drawing/2014/main" id="{D48A6724-1E72-6BD2-7823-0A260427D44C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84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356" y="1196152"/>
            <a:ext cx="2211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需在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Eclipse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中執行</a:t>
            </a:r>
          </a:p>
        </p:txBody>
      </p:sp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442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3" y="532935"/>
            <a:ext cx="422215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SPL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Procedure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6F70-FED9-F418-45E4-AB19E1B0FB93}"/>
              </a:ext>
            </a:extLst>
          </p:cNvPr>
          <p:cNvSpPr txBox="1"/>
          <p:nvPr/>
        </p:nvSpPr>
        <p:spPr>
          <a:xfrm>
            <a:off x="6681416" y="1546701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BDB3C4-DC06-3422-93C6-7AB9DA84CF05}"/>
                  </a:ext>
                </a:extLst>
              </p:cNvPr>
              <p:cNvSpPr txBox="1"/>
              <p:nvPr/>
            </p:nvSpPr>
            <p:spPr>
              <a:xfrm>
                <a:off x="71130" y="1584213"/>
                <a:ext cx="3000630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𝑝𝑒𝑛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𝑒𝑐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BDB3C4-DC06-3422-93C6-7AB9DA84C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" y="1584213"/>
                <a:ext cx="3000630" cy="232756"/>
              </a:xfrm>
              <a:prstGeom prst="rect">
                <a:avLst/>
              </a:prstGeom>
              <a:blipFill>
                <a:blip r:embed="rId6"/>
                <a:stretch>
                  <a:fillRect l="-1016" b="-2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94E6CFE-FD1D-3F3D-156A-DFB64375782E}"/>
                  </a:ext>
                </a:extLst>
              </p:cNvPr>
              <p:cNvSpPr txBox="1"/>
              <p:nvPr/>
            </p:nvSpPr>
            <p:spPr>
              <a:xfrm>
                <a:off x="3168650" y="1546702"/>
                <a:ext cx="46101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𝑒𝑐𝑙𝑖𝑝𝑠𝑒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94E6CFE-FD1D-3F3D-156A-DFB643757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50" y="1546702"/>
                <a:ext cx="4610100" cy="307777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11F860C-D827-3721-A6A9-03987269FD11}"/>
                  </a:ext>
                </a:extLst>
              </p:cNvPr>
              <p:cNvSpPr txBox="1"/>
              <p:nvPr/>
            </p:nvSpPr>
            <p:spPr>
              <a:xfrm>
                <a:off x="71130" y="2061992"/>
                <a:ext cx="4902496" cy="23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𝑝𝑒𝑛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𝑒𝑐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𝑒𝑐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kern="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11F860C-D827-3721-A6A9-03987269F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" y="2061992"/>
                <a:ext cx="4902496" cy="236155"/>
              </a:xfrm>
              <a:prstGeom prst="rect">
                <a:avLst/>
              </a:prstGeom>
              <a:blipFill>
                <a:blip r:embed="rId8"/>
                <a:stretch>
                  <a:fillRect l="-995" r="-871" b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41EEED2-EA68-7526-0A3F-FC25CA3012B0}"/>
                  </a:ext>
                </a:extLst>
              </p:cNvPr>
              <p:cNvSpPr txBox="1"/>
              <p:nvPr/>
            </p:nvSpPr>
            <p:spPr>
              <a:xfrm>
                <a:off x="4973626" y="2026180"/>
                <a:ext cx="46101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𝑒𝑐𝑙𝑖𝑝𝑠𝑒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41EEED2-EA68-7526-0A3F-FC25CA301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26" y="2026180"/>
                <a:ext cx="4610100" cy="307777"/>
              </a:xfrm>
              <a:prstGeom prst="rect">
                <a:avLst/>
              </a:prstGeom>
              <a:blipFill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2A9C329-2A20-A18C-18FF-4D7DD9C19359}"/>
                  </a:ext>
                </a:extLst>
              </p:cNvPr>
              <p:cNvSpPr txBox="1"/>
              <p:nvPr/>
            </p:nvSpPr>
            <p:spPr>
              <a:xfrm>
                <a:off x="40071" y="2453520"/>
                <a:ext cx="2077748" cy="55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𝑒𝑐𝑙𝑖𝑝𝑠𝑒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𝑒𝑐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2A9C329-2A20-A18C-18FF-4D7DD9C19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" y="2453520"/>
                <a:ext cx="2077748" cy="550985"/>
              </a:xfrm>
              <a:prstGeom prst="rect">
                <a:avLst/>
              </a:prstGeom>
              <a:blipFill>
                <a:blip r:embed="rId10"/>
                <a:stretch>
                  <a:fillRect l="-20294" t="-136264" r="-1471" b="-187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6A54613-8FA4-79B2-D87C-077564FFDF12}"/>
                  </a:ext>
                </a:extLst>
              </p:cNvPr>
              <p:cNvSpPr txBox="1"/>
              <p:nvPr/>
            </p:nvSpPr>
            <p:spPr>
              <a:xfrm>
                <a:off x="2255464" y="2543170"/>
                <a:ext cx="23441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6A54613-8FA4-79B2-D87C-077564FFD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64" y="2543170"/>
                <a:ext cx="2344171" cy="307777"/>
              </a:xfrm>
              <a:prstGeom prst="rect">
                <a:avLst/>
              </a:prstGeom>
              <a:blipFill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48DB766-F051-EDD3-E8A0-234193C52362}"/>
                  </a:ext>
                </a:extLst>
              </p:cNvPr>
              <p:cNvSpPr txBox="1"/>
              <p:nvPr/>
            </p:nvSpPr>
            <p:spPr>
              <a:xfrm>
                <a:off x="40071" y="3159878"/>
                <a:ext cx="3276666" cy="55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𝑒𝑐𝑙𝑖𝑝𝑠𝑒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𝑒𝑐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48DB766-F051-EDD3-E8A0-234193C52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" y="3159878"/>
                <a:ext cx="3276666" cy="550985"/>
              </a:xfrm>
              <a:prstGeom prst="rect">
                <a:avLst/>
              </a:prstGeom>
              <a:blipFill>
                <a:blip r:embed="rId12"/>
                <a:stretch>
                  <a:fillRect l="-12663" t="-136264" r="-745" b="-187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52A2C10-6A99-3EE0-E57F-B270E9B4ADF2}"/>
                  </a:ext>
                </a:extLst>
              </p:cNvPr>
              <p:cNvSpPr txBox="1"/>
              <p:nvPr/>
            </p:nvSpPr>
            <p:spPr>
              <a:xfrm>
                <a:off x="3399914" y="3225630"/>
                <a:ext cx="23441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52A2C10-6A99-3EE0-E57F-B270E9B4A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914" y="3225630"/>
                <a:ext cx="2344171" cy="307777"/>
              </a:xfrm>
              <a:prstGeom prst="rect">
                <a:avLst/>
              </a:prstGeom>
              <a:blipFill>
                <a:blip r:embed="rId1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0B42B956-72A1-14CA-7089-42DB9FCB8412}"/>
              </a:ext>
            </a:extLst>
          </p:cNvPr>
          <p:cNvSpPr txBox="1"/>
          <p:nvPr/>
        </p:nvSpPr>
        <p:spPr>
          <a:xfrm>
            <a:off x="8422842" y="202617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7B39C4D-5748-0473-949C-27BDCF8CDFAE}"/>
              </a:ext>
            </a:extLst>
          </p:cNvPr>
          <p:cNvSpPr txBox="1"/>
          <p:nvPr/>
        </p:nvSpPr>
        <p:spPr>
          <a:xfrm>
            <a:off x="4218661" y="2543169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9DC3F6E-516C-8931-2C9E-23F21D77F4ED}"/>
              </a:ext>
            </a:extLst>
          </p:cNvPr>
          <p:cNvSpPr txBox="1"/>
          <p:nvPr/>
        </p:nvSpPr>
        <p:spPr>
          <a:xfrm>
            <a:off x="5393507" y="3225630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BAFC9E0C-C52F-31A6-984F-FEE3DE0DD8E4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FBB0CCC-6F20-7CD1-1C92-5B97E8FFC57C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Google Shape;236;p30">
            <a:hlinkClick r:id="rId14" action="ppaction://hlinksldjump"/>
            <a:extLst>
              <a:ext uri="{FF2B5EF4-FFF2-40B4-BE49-F238E27FC236}">
                <a16:creationId xmlns:a16="http://schemas.microsoft.com/office/drawing/2014/main" id="{D36974D4-56AA-B0AD-EFB9-EA8BA1EED90E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15" action="ppaction://hlinksldjump"/>
            <a:extLst>
              <a:ext uri="{FF2B5EF4-FFF2-40B4-BE49-F238E27FC236}">
                <a16:creationId xmlns:a16="http://schemas.microsoft.com/office/drawing/2014/main" id="{32C6E17D-8AED-C259-5661-DC5A7EC67E01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16" action="ppaction://hlinksldjump"/>
            <a:extLst>
              <a:ext uri="{FF2B5EF4-FFF2-40B4-BE49-F238E27FC236}">
                <a16:creationId xmlns:a16="http://schemas.microsoft.com/office/drawing/2014/main" id="{CAEAB6FB-4C76-65F8-C7A2-EAD6B6AAB040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05B7F0C-D6E1-5CE5-56CA-ED6B9F9E044B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Google Shape;237;p30">
            <a:hlinkClick r:id="rId15" action="ppaction://hlinksldjump"/>
            <a:extLst>
              <a:ext uri="{FF2B5EF4-FFF2-40B4-BE49-F238E27FC236}">
                <a16:creationId xmlns:a16="http://schemas.microsoft.com/office/drawing/2014/main" id="{BB0FDAA0-5238-E2F3-CBB3-493066BB2968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40" name="Google Shape;237;p30">
            <a:hlinkClick r:id="rId15" action="ppaction://hlinksldjump"/>
            <a:extLst>
              <a:ext uri="{FF2B5EF4-FFF2-40B4-BE49-F238E27FC236}">
                <a16:creationId xmlns:a16="http://schemas.microsoft.com/office/drawing/2014/main" id="{C05F109C-7D22-7142-8258-73F7E1FAC3E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41" name="矩形 40">
            <a:hlinkClick r:id="rId17" action="ppaction://hlinksldjump"/>
            <a:extLst>
              <a:ext uri="{FF2B5EF4-FFF2-40B4-BE49-F238E27FC236}">
                <a16:creationId xmlns:a16="http://schemas.microsoft.com/office/drawing/2014/main" id="{5D46340E-D5BF-39F4-B6E3-913F5D35A112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5" action="ppaction://hlinksldjump"/>
            <a:extLst>
              <a:ext uri="{FF2B5EF4-FFF2-40B4-BE49-F238E27FC236}">
                <a16:creationId xmlns:a16="http://schemas.microsoft.com/office/drawing/2014/main" id="{AD053BA7-5C23-7BCE-7694-F448E558BDC7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矩形 42">
            <a:hlinkClick r:id="rId18" action="ppaction://hlinksldjump"/>
            <a:extLst>
              <a:ext uri="{FF2B5EF4-FFF2-40B4-BE49-F238E27FC236}">
                <a16:creationId xmlns:a16="http://schemas.microsoft.com/office/drawing/2014/main" id="{C3221C3A-0963-BB38-9875-486C937A6BB8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9" action="ppaction://hlinksldjump"/>
            <a:extLst>
              <a:ext uri="{FF2B5EF4-FFF2-40B4-BE49-F238E27FC236}">
                <a16:creationId xmlns:a16="http://schemas.microsoft.com/office/drawing/2014/main" id="{C1A06E74-63BF-E1C6-9838-B439C18CFAF9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20" action="ppaction://hlinksldjump"/>
            <a:extLst>
              <a:ext uri="{FF2B5EF4-FFF2-40B4-BE49-F238E27FC236}">
                <a16:creationId xmlns:a16="http://schemas.microsoft.com/office/drawing/2014/main" id="{F377AAF4-1F30-51F6-25A5-C18A8FC4AF87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rId20" action="ppaction://hlinksldjump"/>
            <a:extLst>
              <a:ext uri="{FF2B5EF4-FFF2-40B4-BE49-F238E27FC236}">
                <a16:creationId xmlns:a16="http://schemas.microsoft.com/office/drawing/2014/main" id="{6465B8F8-BDF8-3B7B-6415-C7310DFA73C5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hlinkClick r:id="rId21" action="ppaction://hlinksldjump"/>
            <a:extLst>
              <a:ext uri="{FF2B5EF4-FFF2-40B4-BE49-F238E27FC236}">
                <a16:creationId xmlns:a16="http://schemas.microsoft.com/office/drawing/2014/main" id="{BD7D1448-E56B-C639-A4ED-4F85ACD7B64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1A06523-A773-B8A5-138B-B63111F7EB3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Google Shape;237;p30">
            <a:hlinkClick r:id="rId15" action="ppaction://hlinksldjump"/>
            <a:extLst>
              <a:ext uri="{FF2B5EF4-FFF2-40B4-BE49-F238E27FC236}">
                <a16:creationId xmlns:a16="http://schemas.microsoft.com/office/drawing/2014/main" id="{6C38413A-6AD9-06E9-6E88-32DA955C3942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0" name="矩形 49">
            <a:hlinkClick r:id="rId22" action="ppaction://hlinksldjump"/>
            <a:extLst>
              <a:ext uri="{FF2B5EF4-FFF2-40B4-BE49-F238E27FC236}">
                <a16:creationId xmlns:a16="http://schemas.microsoft.com/office/drawing/2014/main" id="{F07DD790-A9E3-CB38-5181-6A339C1C33C1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391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356" y="1196152"/>
            <a:ext cx="38325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需在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10-degree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S-band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station mask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中執行</a:t>
            </a:r>
          </a:p>
        </p:txBody>
      </p:sp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4428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3" y="532935"/>
            <a:ext cx="422215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SPL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Procedure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6F70-FED9-F418-45E4-AB19E1B0FB93}"/>
              </a:ext>
            </a:extLst>
          </p:cNvPr>
          <p:cNvSpPr txBox="1"/>
          <p:nvPr/>
        </p:nvSpPr>
        <p:spPr>
          <a:xfrm>
            <a:off x="8288867" y="154670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BDB3C4-DC06-3422-93C6-7AB9DA84CF05}"/>
                  </a:ext>
                </a:extLst>
              </p:cNvPr>
              <p:cNvSpPr txBox="1"/>
              <p:nvPr/>
            </p:nvSpPr>
            <p:spPr>
              <a:xfrm>
                <a:off x="71130" y="1584213"/>
                <a:ext cx="4385688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𝑐𝑚𝑑𝑟𝑖𝑠𝑒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BDB3C4-DC06-3422-93C6-7AB9DA84C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" y="1584213"/>
                <a:ext cx="4385688" cy="232756"/>
              </a:xfrm>
              <a:prstGeom prst="rect">
                <a:avLst/>
              </a:prstGeom>
              <a:blipFill>
                <a:blip r:embed="rId6"/>
                <a:stretch>
                  <a:fillRect l="-974" b="-2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94E6CFE-FD1D-3F3D-156A-DFB64375782E}"/>
                  </a:ext>
                </a:extLst>
              </p:cNvPr>
              <p:cNvSpPr txBox="1"/>
              <p:nvPr/>
            </p:nvSpPr>
            <p:spPr>
              <a:xfrm>
                <a:off x="4460113" y="1548591"/>
                <a:ext cx="382875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𝑐𝑜𝑛𝑡𝑎𝑐𝑡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94E6CFE-FD1D-3F3D-156A-DFB643757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113" y="1548591"/>
                <a:ext cx="3828754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11F860C-D827-3721-A6A9-03987269FD11}"/>
                  </a:ext>
                </a:extLst>
              </p:cNvPr>
              <p:cNvSpPr txBox="1"/>
              <p:nvPr/>
            </p:nvSpPr>
            <p:spPr>
              <a:xfrm>
                <a:off x="71130" y="2061992"/>
                <a:ext cx="6899005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𝑐𝑚𝑑𝑓𝑎𝑑𝑒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𝑠𝑖𝑡𝑒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kern="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11F860C-D827-3721-A6A9-03987269F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" y="2061992"/>
                <a:ext cx="6899005" cy="232756"/>
              </a:xfrm>
              <a:prstGeom prst="rect">
                <a:avLst/>
              </a:prstGeom>
              <a:blipFill>
                <a:blip r:embed="rId8"/>
                <a:stretch>
                  <a:fillRect l="-442" r="-354" b="-26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2A9C329-2A20-A18C-18FF-4D7DD9C19359}"/>
                  </a:ext>
                </a:extLst>
              </p:cNvPr>
              <p:cNvSpPr txBox="1"/>
              <p:nvPr/>
            </p:nvSpPr>
            <p:spPr>
              <a:xfrm>
                <a:off x="25154" y="2744583"/>
                <a:ext cx="2722412" cy="55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𝑐𝑜𝑛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2A9C329-2A20-A18C-18FF-4D7DD9C19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" y="2744583"/>
                <a:ext cx="2722412" cy="550985"/>
              </a:xfrm>
              <a:prstGeom prst="rect">
                <a:avLst/>
              </a:prstGeom>
              <a:blipFill>
                <a:blip r:embed="rId9"/>
                <a:stretch>
                  <a:fillRect l="-12081" t="-136264" r="-671" b="-187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6A54613-8FA4-79B2-D87C-077564FFDF12}"/>
                  </a:ext>
                </a:extLst>
              </p:cNvPr>
              <p:cNvSpPr txBox="1"/>
              <p:nvPr/>
            </p:nvSpPr>
            <p:spPr>
              <a:xfrm>
                <a:off x="2748548" y="2834233"/>
                <a:ext cx="23441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6A54613-8FA4-79B2-D87C-077564FFD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548" y="2834233"/>
                <a:ext cx="23441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48DB766-F051-EDD3-E8A0-234193C52362}"/>
                  </a:ext>
                </a:extLst>
              </p:cNvPr>
              <p:cNvSpPr txBox="1"/>
              <p:nvPr/>
            </p:nvSpPr>
            <p:spPr>
              <a:xfrm>
                <a:off x="25154" y="3406000"/>
                <a:ext cx="3921330" cy="55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𝑐𝑜𝑛𝑡𝑎𝑐𝑡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𝑐𝑜𝑛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𝑠𝑖𝑡𝑒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𝑠𝑝𝑙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48DB766-F051-EDD3-E8A0-234193C52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" y="3406000"/>
                <a:ext cx="3921330" cy="550985"/>
              </a:xfrm>
              <a:prstGeom prst="rect">
                <a:avLst/>
              </a:prstGeom>
              <a:blipFill>
                <a:blip r:embed="rId11"/>
                <a:stretch>
                  <a:fillRect l="-8243" t="-138889" r="-467" b="-1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52A2C10-6A99-3EE0-E57F-B270E9B4ADF2}"/>
                  </a:ext>
                </a:extLst>
              </p:cNvPr>
              <p:cNvSpPr txBox="1"/>
              <p:nvPr/>
            </p:nvSpPr>
            <p:spPr>
              <a:xfrm>
                <a:off x="3986131" y="3471752"/>
                <a:ext cx="23441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52A2C10-6A99-3EE0-E57F-B270E9B4A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131" y="3471752"/>
                <a:ext cx="23441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0B42B956-72A1-14CA-7089-42DB9FCB8412}"/>
              </a:ext>
            </a:extLst>
          </p:cNvPr>
          <p:cNvSpPr txBox="1"/>
          <p:nvPr/>
        </p:nvSpPr>
        <p:spPr>
          <a:xfrm>
            <a:off x="7063969" y="2181603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7B39C4D-5748-0473-949C-27BDCF8CDFAE}"/>
              </a:ext>
            </a:extLst>
          </p:cNvPr>
          <p:cNvSpPr txBox="1"/>
          <p:nvPr/>
        </p:nvSpPr>
        <p:spPr>
          <a:xfrm>
            <a:off x="4711745" y="283423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9DC3F6E-516C-8931-2C9E-23F21D77F4ED}"/>
              </a:ext>
            </a:extLst>
          </p:cNvPr>
          <p:cNvSpPr txBox="1"/>
          <p:nvPr/>
        </p:nvSpPr>
        <p:spPr>
          <a:xfrm>
            <a:off x="6369191" y="347175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7187D33-D1B2-E24D-3D5B-7FADAE01932F}"/>
                  </a:ext>
                </a:extLst>
              </p:cNvPr>
              <p:cNvSpPr txBox="1"/>
              <p:nvPr/>
            </p:nvSpPr>
            <p:spPr>
              <a:xfrm>
                <a:off x="71130" y="2335492"/>
                <a:ext cx="382875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∀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𝑖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𝑠𝑝𝑙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𝑝𝑟𝑜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, ∀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𝑗</m:t>
                      </m:r>
                      <m:r>
                        <a:rPr lang="en-US" altLang="zh-TW" i="1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=1…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𝑐𝑜𝑛𝑡𝑎𝑐𝑡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_</m:t>
                      </m:r>
                      <m:r>
                        <a:rPr lang="en-US" altLang="zh-TW" b="0" i="1" smtClean="0">
                          <a:effectLst/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Mangal" panose="02040503050203030202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7187D33-D1B2-E24D-3D5B-7FADAE019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" y="2335492"/>
                <a:ext cx="3828754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2B92A39D-990C-CD2F-62FC-15B1DF200FA4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A5E4DD-0081-4F1D-B4C8-F1BC31D6BE99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Google Shape;236;p30">
            <a:hlinkClick r:id="rId12" action="ppaction://hlinksldjump"/>
            <a:extLst>
              <a:ext uri="{FF2B5EF4-FFF2-40B4-BE49-F238E27FC236}">
                <a16:creationId xmlns:a16="http://schemas.microsoft.com/office/drawing/2014/main" id="{B17DABC2-6CB0-F627-0D4E-7ABAC9194457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38C873BA-BD40-2D6D-28E4-717A07480B88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14" action="ppaction://hlinksldjump"/>
            <a:extLst>
              <a:ext uri="{FF2B5EF4-FFF2-40B4-BE49-F238E27FC236}">
                <a16:creationId xmlns:a16="http://schemas.microsoft.com/office/drawing/2014/main" id="{41A13803-C439-ACD8-A008-FB17C5E1BA87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D56BD1-8571-B440-1EE2-0FFD9437CB93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0E77A3C4-1657-99F2-EACB-778A2B6EE504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40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8CC55BA0-4C7F-5490-D45C-60BEA3E35BD1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41" name="矩形 40">
            <a:hlinkClick r:id="rId15" action="ppaction://hlinksldjump"/>
            <a:extLst>
              <a:ext uri="{FF2B5EF4-FFF2-40B4-BE49-F238E27FC236}">
                <a16:creationId xmlns:a16="http://schemas.microsoft.com/office/drawing/2014/main" id="{7F1778C4-A4CA-A9FC-2AAF-6BD591E086EE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13" action="ppaction://hlinksldjump"/>
            <a:extLst>
              <a:ext uri="{FF2B5EF4-FFF2-40B4-BE49-F238E27FC236}">
                <a16:creationId xmlns:a16="http://schemas.microsoft.com/office/drawing/2014/main" id="{7D0F03DF-E95C-05EF-635F-0A75999D7E5F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矩形 42">
            <a:hlinkClick r:id="rId16" action="ppaction://hlinksldjump"/>
            <a:extLst>
              <a:ext uri="{FF2B5EF4-FFF2-40B4-BE49-F238E27FC236}">
                <a16:creationId xmlns:a16="http://schemas.microsoft.com/office/drawing/2014/main" id="{5B8A8AFF-8D83-00B4-8EDE-FC043F301797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17" action="ppaction://hlinksldjump"/>
            <a:extLst>
              <a:ext uri="{FF2B5EF4-FFF2-40B4-BE49-F238E27FC236}">
                <a16:creationId xmlns:a16="http://schemas.microsoft.com/office/drawing/2014/main" id="{74186B09-195B-F73B-F57A-44D9623FC2E3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18" action="ppaction://hlinksldjump"/>
            <a:extLst>
              <a:ext uri="{FF2B5EF4-FFF2-40B4-BE49-F238E27FC236}">
                <a16:creationId xmlns:a16="http://schemas.microsoft.com/office/drawing/2014/main" id="{DF7A5CA0-8288-2250-1652-2D98934DDC25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rId18" action="ppaction://hlinksldjump"/>
            <a:extLst>
              <a:ext uri="{FF2B5EF4-FFF2-40B4-BE49-F238E27FC236}">
                <a16:creationId xmlns:a16="http://schemas.microsoft.com/office/drawing/2014/main" id="{9A0A238C-E004-FF07-70F7-1438174E888F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hlinkClick r:id="rId19" action="ppaction://hlinksldjump"/>
            <a:extLst>
              <a:ext uri="{FF2B5EF4-FFF2-40B4-BE49-F238E27FC236}">
                <a16:creationId xmlns:a16="http://schemas.microsoft.com/office/drawing/2014/main" id="{23AE98DE-7EB7-654C-82EB-FA01A8F1C163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63023D7-C1C7-1324-6DB8-3361D8E9629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Google Shape;237;p30">
            <a:hlinkClick r:id="rId13" action="ppaction://hlinksldjump"/>
            <a:extLst>
              <a:ext uri="{FF2B5EF4-FFF2-40B4-BE49-F238E27FC236}">
                <a16:creationId xmlns:a16="http://schemas.microsoft.com/office/drawing/2014/main" id="{5F5B8762-C676-CDFD-6D7D-D0ED30C6F79D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50" name="矩形 49">
            <a:hlinkClick r:id="rId20" action="ppaction://hlinksldjump"/>
            <a:extLst>
              <a:ext uri="{FF2B5EF4-FFF2-40B4-BE49-F238E27FC236}">
                <a16:creationId xmlns:a16="http://schemas.microsoft.com/office/drawing/2014/main" id="{02550D60-FD99-F7D6-DEDD-22314CB565A3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292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D14D40B-9839-42BE-9E88-0D562D40A6AF}"/>
              </a:ext>
            </a:extLst>
          </p:cNvPr>
          <p:cNvSpPr txBox="1"/>
          <p:nvPr/>
        </p:nvSpPr>
        <p:spPr>
          <a:xfrm>
            <a:off x="11356" y="1433222"/>
            <a:ext cx="550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//SPL_PBK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須等相同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arlentryid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SPL_PRO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執行完才能執行</a:t>
            </a:r>
          </a:p>
        </p:txBody>
      </p:sp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414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3" y="532935"/>
            <a:ext cx="394275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SPL Playback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6F70-FED9-F418-45E4-AB19E1B0FB93}"/>
              </a:ext>
            </a:extLst>
          </p:cNvPr>
          <p:cNvSpPr txBox="1"/>
          <p:nvPr/>
        </p:nvSpPr>
        <p:spPr>
          <a:xfrm>
            <a:off x="4756904" y="171427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B994CE-4109-CD0D-8726-C06B10D392E1}"/>
                  </a:ext>
                </a:extLst>
              </p:cNvPr>
              <p:cNvSpPr txBox="1"/>
              <p:nvPr/>
            </p:nvSpPr>
            <p:spPr>
              <a:xfrm>
                <a:off x="128458" y="1760441"/>
                <a:ext cx="475840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𝑖𝑛𝑑𝑒𝑥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𝑝𝑏𝑘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B994CE-4109-CD0D-8726-C06B10D39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8" y="1760441"/>
                <a:ext cx="4758407" cy="215444"/>
              </a:xfrm>
              <a:prstGeom prst="rect">
                <a:avLst/>
              </a:prstGeom>
              <a:blipFill>
                <a:blip r:embed="rId6"/>
                <a:stretch>
                  <a:fillRect l="-1665" b="-3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2B6B8CE-871C-F468-162E-93482DC493AA}"/>
                  </a:ext>
                </a:extLst>
              </p:cNvPr>
              <p:cNvSpPr txBox="1"/>
              <p:nvPr/>
            </p:nvSpPr>
            <p:spPr>
              <a:xfrm>
                <a:off x="11173" y="1183506"/>
                <a:ext cx="5069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𝑖𝑛𝑑𝑒𝑥</m:t>
                    </m:r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𝑠𝑝𝑙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𝑝𝑏𝑘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𝑎𝑟𝑙𝑒𝑛𝑡𝑟𝑦𝑖𝑑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𝑆𝑃𝐿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𝑃𝑅𝑂</m:t>
                    </m:r>
                  </m:oMath>
                </a14:m>
                <a:r>
                  <a:rPr lang="zh-TW" altLang="zh-TW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中出現的第一個位置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2B6B8CE-871C-F468-162E-93482DC49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" y="1183506"/>
                <a:ext cx="5069417" cy="307777"/>
              </a:xfrm>
              <a:prstGeom prst="rect">
                <a:avLst/>
              </a:prstGeom>
              <a:blipFill>
                <a:blip r:embed="rId7"/>
                <a:stretch>
                  <a:fillRect l="-361" t="-3922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1A993EC1-B6FF-3C73-9164-A378210AE3D6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BBC3C97-72A5-0BC1-6FBE-ACC50FB1F25C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Google Shape;236;p30">
            <a:hlinkClick r:id="rId8" action="ppaction://hlinksldjump"/>
            <a:extLst>
              <a:ext uri="{FF2B5EF4-FFF2-40B4-BE49-F238E27FC236}">
                <a16:creationId xmlns:a16="http://schemas.microsoft.com/office/drawing/2014/main" id="{92471EC2-9CCD-5052-53C1-5FADE4C64ACC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66AC6C65-FD7B-36AA-3050-BFA8D8727D2A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Google Shape;238;p30">
            <a:hlinkClick r:id="rId10" action="ppaction://hlinksldjump"/>
            <a:extLst>
              <a:ext uri="{FF2B5EF4-FFF2-40B4-BE49-F238E27FC236}">
                <a16:creationId xmlns:a16="http://schemas.microsoft.com/office/drawing/2014/main" id="{5EEE90D9-6B22-D0B7-B42E-DDD645E54E88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87063E9-B8B5-A84F-08AE-23B11AE5C31F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9C1CCE28-D60B-967C-44C0-55644CEB2F1A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1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39A699AB-5CA7-97D7-CF16-61DED533AC5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2" name="矩形 31">
            <a:hlinkClick r:id="rId11" action="ppaction://hlinksldjump"/>
            <a:extLst>
              <a:ext uri="{FF2B5EF4-FFF2-40B4-BE49-F238E27FC236}">
                <a16:creationId xmlns:a16="http://schemas.microsoft.com/office/drawing/2014/main" id="{24DE68A9-DA54-881F-1474-AABEDE9E7CB8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9" action="ppaction://hlinksldjump"/>
            <a:extLst>
              <a:ext uri="{FF2B5EF4-FFF2-40B4-BE49-F238E27FC236}">
                <a16:creationId xmlns:a16="http://schemas.microsoft.com/office/drawing/2014/main" id="{3008869C-3D2A-3FF7-C623-D0D0B4325C42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hlinkClick r:id="rId12" action="ppaction://hlinksldjump"/>
            <a:extLst>
              <a:ext uri="{FF2B5EF4-FFF2-40B4-BE49-F238E27FC236}">
                <a16:creationId xmlns:a16="http://schemas.microsoft.com/office/drawing/2014/main" id="{CF301A14-15B8-FB06-6966-5BC9143E1A1D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3" action="ppaction://hlinksldjump"/>
            <a:extLst>
              <a:ext uri="{FF2B5EF4-FFF2-40B4-BE49-F238E27FC236}">
                <a16:creationId xmlns:a16="http://schemas.microsoft.com/office/drawing/2014/main" id="{FD9762BF-750C-E124-C750-77D86473534B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14" action="ppaction://hlinksldjump"/>
            <a:extLst>
              <a:ext uri="{FF2B5EF4-FFF2-40B4-BE49-F238E27FC236}">
                <a16:creationId xmlns:a16="http://schemas.microsoft.com/office/drawing/2014/main" id="{9E7C259C-3F8D-2698-5ACC-79666AB4E4B2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4" action="ppaction://hlinksldjump"/>
            <a:extLst>
              <a:ext uri="{FF2B5EF4-FFF2-40B4-BE49-F238E27FC236}">
                <a16:creationId xmlns:a16="http://schemas.microsoft.com/office/drawing/2014/main" id="{A7D4E9DD-C73D-E587-F280-1909F57C2653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15" action="ppaction://hlinksldjump"/>
            <a:extLst>
              <a:ext uri="{FF2B5EF4-FFF2-40B4-BE49-F238E27FC236}">
                <a16:creationId xmlns:a16="http://schemas.microsoft.com/office/drawing/2014/main" id="{E68C99D0-5A02-5F39-8387-1D4514B60C52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8D042BF-832F-5C09-0331-9D1425EA698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Google Shape;237;p30">
            <a:hlinkClick r:id="rId9" action="ppaction://hlinksldjump"/>
            <a:extLst>
              <a:ext uri="{FF2B5EF4-FFF2-40B4-BE49-F238E27FC236}">
                <a16:creationId xmlns:a16="http://schemas.microsoft.com/office/drawing/2014/main" id="{2870A49D-187C-5F3E-3FE7-13A9738F0A02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1" name="矩形 40">
            <a:hlinkClick r:id="rId16" action="ppaction://hlinksldjump"/>
            <a:extLst>
              <a:ext uri="{FF2B5EF4-FFF2-40B4-BE49-F238E27FC236}">
                <a16:creationId xmlns:a16="http://schemas.microsoft.com/office/drawing/2014/main" id="{236DEC7E-A121-F5E8-6CEB-D1FC1CB63619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4864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/>
              <p:nvPr/>
            </p:nvSpPr>
            <p:spPr>
              <a:xfrm>
                <a:off x="11173" y="1426621"/>
                <a:ext cx="550044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否則為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D14D40B-9839-42BE-9E88-0D562D40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" y="1426621"/>
                <a:ext cx="5500444" cy="325089"/>
              </a:xfrm>
              <a:prstGeom prst="rect">
                <a:avLst/>
              </a:prstGeom>
              <a:blipFill>
                <a:blip r:embed="rId3"/>
                <a:stretch>
                  <a:fillRect l="-333" t="-3774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414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3" y="532935"/>
            <a:ext cx="394275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記憶體容量相關限制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6F70-FED9-F418-45E4-AB19E1B0FB93}"/>
              </a:ext>
            </a:extLst>
          </p:cNvPr>
          <p:cNvSpPr txBox="1"/>
          <p:nvPr/>
        </p:nvSpPr>
        <p:spPr>
          <a:xfrm>
            <a:off x="7859380" y="1729112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B994CE-4109-CD0D-8726-C06B10D392E1}"/>
                  </a:ext>
                </a:extLst>
              </p:cNvPr>
              <p:cNvSpPr txBox="1"/>
              <p:nvPr/>
            </p:nvSpPr>
            <p:spPr>
              <a:xfrm>
                <a:off x="128458" y="1804133"/>
                <a:ext cx="7685506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86400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B994CE-4109-CD0D-8726-C06B10D39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8" y="1804133"/>
                <a:ext cx="7685506" cy="232756"/>
              </a:xfrm>
              <a:prstGeom prst="rect">
                <a:avLst/>
              </a:prstGeom>
              <a:blipFill>
                <a:blip r:embed="rId4"/>
                <a:stretch>
                  <a:fillRect l="-793" t="-23684" r="-555" b="-394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CB7D683-E50B-C281-F339-0C7B15CA4C0E}"/>
                  </a:ext>
                </a:extLst>
              </p:cNvPr>
              <p:cNvSpPr txBox="1"/>
              <p:nvPr/>
            </p:nvSpPr>
            <p:spPr>
              <a:xfrm>
                <a:off x="128458" y="2552361"/>
                <a:ext cx="8284314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)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𝑟𝑠𝑖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86400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CB7D683-E50B-C281-F339-0C7B15CA4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8" y="2552361"/>
                <a:ext cx="8284314" cy="232756"/>
              </a:xfrm>
              <a:prstGeom prst="rect">
                <a:avLst/>
              </a:prstGeom>
              <a:blipFill>
                <a:blip r:embed="rId5"/>
                <a:stretch>
                  <a:fillRect l="-957" t="-26316" b="-394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81B0E41-4440-0C5A-13FD-FFEA366CDF70}"/>
                  </a:ext>
                </a:extLst>
              </p:cNvPr>
              <p:cNvSpPr txBox="1"/>
              <p:nvPr/>
            </p:nvSpPr>
            <p:spPr>
              <a:xfrm>
                <a:off x="-34252" y="2159092"/>
                <a:ext cx="5500444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)&gt;</m:t>
                    </m:r>
                    <m:r>
                      <a:rPr lang="en-US" altLang="zh-TW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否則為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81B0E41-4440-0C5A-13FD-FFEA366C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52" y="2159092"/>
                <a:ext cx="5500444" cy="325089"/>
              </a:xfrm>
              <a:prstGeom prst="rect">
                <a:avLst/>
              </a:prstGeom>
              <a:blipFill>
                <a:blip r:embed="rId6"/>
                <a:stretch>
                  <a:fillRect l="-332" t="-3704" b="-1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F7AE3E8A-5859-E35B-795C-CFAD4631AD3B}"/>
              </a:ext>
            </a:extLst>
          </p:cNvPr>
          <p:cNvSpPr txBox="1"/>
          <p:nvPr/>
        </p:nvSpPr>
        <p:spPr>
          <a:xfrm>
            <a:off x="7859381" y="2477340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5D86F76-68A3-CD06-E39C-1715A91159CD}"/>
                  </a:ext>
                </a:extLst>
              </p:cNvPr>
              <p:cNvSpPr txBox="1"/>
              <p:nvPr/>
            </p:nvSpPr>
            <p:spPr>
              <a:xfrm>
                <a:off x="128458" y="3568147"/>
                <a:ext cx="5136021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86400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=86401+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zh-TW" altLang="en-US" dirty="0"/>
                        <m:t>    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𝑟𝑠𝑖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𝑑𝑒𝑙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5D86F76-68A3-CD06-E39C-1715A9115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8" y="3568147"/>
                <a:ext cx="5136021" cy="630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89277D8-9932-1505-00BC-6ECBF2941C0C}"/>
                  </a:ext>
                </a:extLst>
              </p:cNvPr>
              <p:cNvSpPr txBox="1"/>
              <p:nvPr/>
            </p:nvSpPr>
            <p:spPr>
              <a:xfrm>
                <a:off x="-1" y="2975500"/>
                <a:ext cx="9144001" cy="540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確保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只有在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的時候為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只有在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lang="en-US" altLang="zh-TW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TW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的時候為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endPara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89277D8-9932-1505-00BC-6ECBF2941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975500"/>
                <a:ext cx="9144001" cy="540533"/>
              </a:xfrm>
              <a:prstGeom prst="rect">
                <a:avLst/>
              </a:prstGeom>
              <a:blipFill>
                <a:blip r:embed="rId8"/>
                <a:stretch>
                  <a:fillRect l="-200" t="-2247" b="-1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E00893DA-B5F1-FCD2-E979-26817783D07D}"/>
              </a:ext>
            </a:extLst>
          </p:cNvPr>
          <p:cNvSpPr txBox="1"/>
          <p:nvPr/>
        </p:nvSpPr>
        <p:spPr>
          <a:xfrm>
            <a:off x="5184592" y="3699575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A3DB4D-390A-BB56-1CBD-538F4140D779}"/>
                  </a:ext>
                </a:extLst>
              </p:cNvPr>
              <p:cNvSpPr txBox="1"/>
              <p:nvPr/>
            </p:nvSpPr>
            <p:spPr>
              <a:xfrm>
                <a:off x="11173" y="1149997"/>
                <a:ext cx="55004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***</a:t>
                </a:r>
                <a:r>
                  <a:rPr lang="zh-TW" altLang="en-US" dirty="0">
                    <a:solidFill>
                      <a:srgbClr val="00B05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在該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rsi_del</a:t>
                </a:r>
                <a:r>
                  <a:rPr lang="zh-TW" altLang="en-US" dirty="0">
                    <a:solidFill>
                      <a:srgbClr val="00B05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有執行的情況下，即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***</a:t>
                </a:r>
                <a:endParaRPr lang="zh-TW" altLang="en-US" dirty="0">
                  <a:solidFill>
                    <a:srgbClr val="00B05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A3DB4D-390A-BB56-1CBD-538F4140D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" y="1149997"/>
                <a:ext cx="5500444" cy="307777"/>
              </a:xfrm>
              <a:prstGeom prst="rect">
                <a:avLst/>
              </a:prstGeom>
              <a:blipFill>
                <a:blip r:embed="rId17"/>
                <a:stretch>
                  <a:fillRect l="-333"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036EBA5-4574-9909-49EA-6666709BA18A}"/>
                  </a:ext>
                </a:extLst>
              </p:cNvPr>
              <p:cNvSpPr txBox="1"/>
              <p:nvPr/>
            </p:nvSpPr>
            <p:spPr>
              <a:xfrm>
                <a:off x="53690" y="4329619"/>
                <a:ext cx="5994317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</a:t>
                </a:r>
                <a:r>
                  <a:rPr lang="en-US" altLang="zh-TW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***</a:t>
                </a:r>
                <a:r>
                  <a:rPr lang="zh-TW" altLang="en-US" dirty="0">
                    <a:solidFill>
                      <a:srgbClr val="00B05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若</a:t>
                </a:r>
                <a:r>
                  <a:rPr lang="en-US" altLang="zh-TW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rsi_del</a:t>
                </a:r>
                <a:r>
                  <a:rPr lang="zh-TW" altLang="en-US" dirty="0">
                    <a:solidFill>
                      <a:srgbClr val="00B05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沒有執行，即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，則會讓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TW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***</a:t>
                </a:r>
                <a:endParaRPr lang="zh-TW" altLang="en-US" dirty="0">
                  <a:solidFill>
                    <a:srgbClr val="00B05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036EBA5-4574-9909-49EA-6666709B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0" y="4329619"/>
                <a:ext cx="5994317" cy="325089"/>
              </a:xfrm>
              <a:prstGeom prst="rect">
                <a:avLst/>
              </a:prstGeom>
              <a:blipFill>
                <a:blip r:embed="rId18"/>
                <a:stretch>
                  <a:fillRect l="-305" t="-3704" b="-1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30;p30">
            <a:extLst>
              <a:ext uri="{FF2B5EF4-FFF2-40B4-BE49-F238E27FC236}">
                <a16:creationId xmlns:a16="http://schemas.microsoft.com/office/drawing/2014/main" id="{6EE2E384-9A9E-B359-2F69-7993CFDE07A5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4C759B4-FFA4-4192-73F7-EAF4F9C7A6D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Google Shape;236;p30">
            <a:hlinkClick r:id="rId19" action="ppaction://hlinksldjump"/>
            <a:extLst>
              <a:ext uri="{FF2B5EF4-FFF2-40B4-BE49-F238E27FC236}">
                <a16:creationId xmlns:a16="http://schemas.microsoft.com/office/drawing/2014/main" id="{E527EF7D-2251-5931-7278-85389F007C76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20" action="ppaction://hlinksldjump"/>
            <a:extLst>
              <a:ext uri="{FF2B5EF4-FFF2-40B4-BE49-F238E27FC236}">
                <a16:creationId xmlns:a16="http://schemas.microsoft.com/office/drawing/2014/main" id="{AD27B487-6A15-29E9-44C0-C92B2BB8672D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Google Shape;238;p30">
            <a:hlinkClick r:id="rId21" action="ppaction://hlinksldjump"/>
            <a:extLst>
              <a:ext uri="{FF2B5EF4-FFF2-40B4-BE49-F238E27FC236}">
                <a16:creationId xmlns:a16="http://schemas.microsoft.com/office/drawing/2014/main" id="{9B55D1E5-F161-6EB4-27F3-7376D45E2084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D4F41D7-612B-CB36-4826-5F7C823A4ED4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Google Shape;237;p30">
            <a:hlinkClick r:id="rId20" action="ppaction://hlinksldjump"/>
            <a:extLst>
              <a:ext uri="{FF2B5EF4-FFF2-40B4-BE49-F238E27FC236}">
                <a16:creationId xmlns:a16="http://schemas.microsoft.com/office/drawing/2014/main" id="{9E6FF21E-4F31-A746-2154-7486A9E1025C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8" name="Google Shape;237;p30">
            <a:hlinkClick r:id="rId20" action="ppaction://hlinksldjump"/>
            <a:extLst>
              <a:ext uri="{FF2B5EF4-FFF2-40B4-BE49-F238E27FC236}">
                <a16:creationId xmlns:a16="http://schemas.microsoft.com/office/drawing/2014/main" id="{701FEE1E-29D7-8EEE-A7C5-4A4E5AF6D3B9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9" name="矩形 38">
            <a:hlinkClick r:id="rId22" action="ppaction://hlinksldjump"/>
            <a:extLst>
              <a:ext uri="{FF2B5EF4-FFF2-40B4-BE49-F238E27FC236}">
                <a16:creationId xmlns:a16="http://schemas.microsoft.com/office/drawing/2014/main" id="{FF93EE8B-4E71-7613-2473-64F8EA9F9777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20" action="ppaction://hlinksldjump"/>
            <a:extLst>
              <a:ext uri="{FF2B5EF4-FFF2-40B4-BE49-F238E27FC236}">
                <a16:creationId xmlns:a16="http://schemas.microsoft.com/office/drawing/2014/main" id="{619F15D1-4FE6-F123-FAA3-7AD5B456B023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hlinkClick r:id="rId23" action="ppaction://hlinksldjump"/>
            <a:extLst>
              <a:ext uri="{FF2B5EF4-FFF2-40B4-BE49-F238E27FC236}">
                <a16:creationId xmlns:a16="http://schemas.microsoft.com/office/drawing/2014/main" id="{59384F58-7922-8FAA-A702-3E2B14C28910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hlinkClick r:id="rId24" action="ppaction://hlinksldjump"/>
            <a:extLst>
              <a:ext uri="{FF2B5EF4-FFF2-40B4-BE49-F238E27FC236}">
                <a16:creationId xmlns:a16="http://schemas.microsoft.com/office/drawing/2014/main" id="{2064856A-4206-2862-39BF-DC86010C7AF8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hlinkClick r:id="rId25" action="ppaction://hlinksldjump"/>
            <a:extLst>
              <a:ext uri="{FF2B5EF4-FFF2-40B4-BE49-F238E27FC236}">
                <a16:creationId xmlns:a16="http://schemas.microsoft.com/office/drawing/2014/main" id="{2C3FBDB7-0D03-131F-55F1-C295EBAF36B1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hlinkClick r:id="rId25" action="ppaction://hlinksldjump"/>
            <a:extLst>
              <a:ext uri="{FF2B5EF4-FFF2-40B4-BE49-F238E27FC236}">
                <a16:creationId xmlns:a16="http://schemas.microsoft.com/office/drawing/2014/main" id="{94B7E270-AFA0-173A-0A26-9C0180C52A57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hlinkClick r:id="rId26" action="ppaction://hlinksldjump"/>
            <a:extLst>
              <a:ext uri="{FF2B5EF4-FFF2-40B4-BE49-F238E27FC236}">
                <a16:creationId xmlns:a16="http://schemas.microsoft.com/office/drawing/2014/main" id="{5C6EB7BE-EA9C-705F-92C0-BA06CC9F030E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B309B6D-84FC-6ED4-E0AC-7C622B9296E0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Google Shape;237;p30">
            <a:hlinkClick r:id="rId20" action="ppaction://hlinksldjump"/>
            <a:extLst>
              <a:ext uri="{FF2B5EF4-FFF2-40B4-BE49-F238E27FC236}">
                <a16:creationId xmlns:a16="http://schemas.microsoft.com/office/drawing/2014/main" id="{7177E16B-BB92-9FB7-0958-44DA9D8627F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8" name="矩形 47">
            <a:hlinkClick r:id="rId27" action="ppaction://hlinksldjump"/>
            <a:extLst>
              <a:ext uri="{FF2B5EF4-FFF2-40B4-BE49-F238E27FC236}">
                <a16:creationId xmlns:a16="http://schemas.microsoft.com/office/drawing/2014/main" id="{F481BCC3-9DD3-E39F-3478-E3E076E0CDFA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32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42;p38">
            <a:extLst>
              <a:ext uri="{FF2B5EF4-FFF2-40B4-BE49-F238E27FC236}">
                <a16:creationId xmlns:a16="http://schemas.microsoft.com/office/drawing/2014/main" id="{BEF630E9-1A9C-00B9-4ED0-527F130046FF}"/>
              </a:ext>
            </a:extLst>
          </p:cNvPr>
          <p:cNvSpPr/>
          <p:nvPr/>
        </p:nvSpPr>
        <p:spPr>
          <a:xfrm>
            <a:off x="0" y="1024974"/>
            <a:ext cx="414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30;p38">
            <a:extLst>
              <a:ext uri="{FF2B5EF4-FFF2-40B4-BE49-F238E27FC236}">
                <a16:creationId xmlns:a16="http://schemas.microsoft.com/office/drawing/2014/main" id="{8C1392F4-550C-F008-5266-F28C78E292D5}"/>
              </a:ext>
            </a:extLst>
          </p:cNvPr>
          <p:cNvSpPr txBox="1">
            <a:spLocks/>
          </p:cNvSpPr>
          <p:nvPr/>
        </p:nvSpPr>
        <p:spPr>
          <a:xfrm>
            <a:off x="11173" y="532935"/>
            <a:ext cx="3942759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記憶體容量相關限制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97E2CAD-82E2-5A22-C3FB-37FBA7E438D3}"/>
                  </a:ext>
                </a:extLst>
              </p:cNvPr>
              <p:cNvSpPr txBox="1"/>
              <p:nvPr/>
            </p:nvSpPr>
            <p:spPr>
              <a:xfrm>
                <a:off x="105338" y="2299114"/>
                <a:ext cx="9179977" cy="549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𝑚𝑒𝑚𝑜𝑟𝑦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𝑟𝑒𝑐𝑜𝑟𝑑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sub>
                      </m:sSub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𝑟𝑒𝑐𝑜𝑟𝑑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𝑡𝑖𝑚𝑒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𝑑𝑒𝑙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𝑚𝑒𝑚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𝑟𝑒𝑐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𝑟𝑠𝑖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𝑟𝑒𝑐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e>
                      </m:nary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𝑚𝑒𝑚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97E2CAD-82E2-5A22-C3FB-37FBA7E43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8" y="2299114"/>
                <a:ext cx="9179977" cy="549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E4EC1992-3D72-BEE2-D814-91432F56BFB6}"/>
              </a:ext>
            </a:extLst>
          </p:cNvPr>
          <p:cNvSpPr txBox="1"/>
          <p:nvPr/>
        </p:nvSpPr>
        <p:spPr>
          <a:xfrm>
            <a:off x="11173" y="1215594"/>
            <a:ext cx="601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確定要執行當下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memory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是夠用的（在這之前的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都須納入考慮）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67F9766-B913-0B65-4DC3-27B8336910B4}"/>
                  </a:ext>
                </a:extLst>
              </p:cNvPr>
              <p:cNvSpPr txBox="1"/>
              <p:nvPr/>
            </p:nvSpPr>
            <p:spPr>
              <a:xfrm>
                <a:off x="105339" y="2978874"/>
                <a:ext cx="45761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𝑟𝑠𝑖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𝑟𝑒𝑐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67F9766-B913-0B65-4DC3-27B833691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9" y="2978874"/>
                <a:ext cx="457615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3187297-CA4D-D0A7-2AB8-5C8122229DB6}"/>
                  </a:ext>
                </a:extLst>
              </p:cNvPr>
              <p:cNvSpPr txBox="1"/>
              <p:nvPr/>
            </p:nvSpPr>
            <p:spPr>
              <a:xfrm>
                <a:off x="11173" y="1541474"/>
                <a:ext cx="60119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// </a:t>
                </a:r>
                <a:r>
                  <a:rPr lang="en-US" altLang="zh-TW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record_time</a:t>
                </a:r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𝑟𝑠𝑖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的開始時間</a:t>
                </a: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3187297-CA4D-D0A7-2AB8-5C8122229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" y="1541474"/>
                <a:ext cx="6011912" cy="307777"/>
              </a:xfrm>
              <a:prstGeom prst="rect">
                <a:avLst/>
              </a:prstGeom>
              <a:blipFill>
                <a:blip r:embed="rId8"/>
                <a:stretch>
                  <a:fillRect l="-304"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2B378E50-1A63-4CBB-6F33-B00DB377FC82}"/>
              </a:ext>
            </a:extLst>
          </p:cNvPr>
          <p:cNvSpPr txBox="1"/>
          <p:nvPr/>
        </p:nvSpPr>
        <p:spPr>
          <a:xfrm>
            <a:off x="0" y="1923118"/>
            <a:ext cx="601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kk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在找在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record_time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前發生的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rsi_rec</a:t>
            </a:r>
            <a:endParaRPr lang="zh-TW" altLang="en-US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C76EA6D-BAD8-9502-7C19-821BB47AEAA3}"/>
              </a:ext>
            </a:extLst>
          </p:cNvPr>
          <p:cNvSpPr txBox="1"/>
          <p:nvPr/>
        </p:nvSpPr>
        <p:spPr>
          <a:xfrm>
            <a:off x="1967888" y="2978874"/>
            <a:ext cx="647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Google Shape;230;p30">
            <a:extLst>
              <a:ext uri="{FF2B5EF4-FFF2-40B4-BE49-F238E27FC236}">
                <a16:creationId xmlns:a16="http://schemas.microsoft.com/office/drawing/2014/main" id="{6BC95369-BBBF-D57C-186B-0DE90C7CE543}"/>
              </a:ext>
            </a:extLst>
          </p:cNvPr>
          <p:cNvSpPr/>
          <p:nvPr/>
        </p:nvSpPr>
        <p:spPr>
          <a:xfrm>
            <a:off x="3174095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71D251-36A5-18AE-4A47-19521960373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Google Shape;236;p30">
            <a:hlinkClick r:id="rId9" action="ppaction://hlinksldjump"/>
            <a:extLst>
              <a:ext uri="{FF2B5EF4-FFF2-40B4-BE49-F238E27FC236}">
                <a16:creationId xmlns:a16="http://schemas.microsoft.com/office/drawing/2014/main" id="{759DA8EE-B28A-1961-BBD8-977644241BE7}"/>
              </a:ext>
            </a:extLst>
          </p:cNvPr>
          <p:cNvSpPr txBox="1">
            <a:spLocks/>
          </p:cNvSpPr>
          <p:nvPr/>
        </p:nvSpPr>
        <p:spPr>
          <a:xfrm>
            <a:off x="3172846" y="228908"/>
            <a:ext cx="8925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數學模型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1270AF54-A5DE-6C8E-EC79-CEA0AAF9B476}"/>
              </a:ext>
            </a:extLst>
          </p:cNvPr>
          <p:cNvSpPr txBox="1">
            <a:spLocks/>
          </p:cNvSpPr>
          <p:nvPr/>
        </p:nvSpPr>
        <p:spPr>
          <a:xfrm>
            <a:off x="6069300" y="236042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</a:rPr>
              <a:t>系統功能項目審核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Google Shape;238;p30">
            <a:hlinkClick r:id="rId11" action="ppaction://hlinksldjump"/>
            <a:extLst>
              <a:ext uri="{FF2B5EF4-FFF2-40B4-BE49-F238E27FC236}">
                <a16:creationId xmlns:a16="http://schemas.microsoft.com/office/drawing/2014/main" id="{76CAB538-EF31-F5F0-F513-0A0BEF520AFD}"/>
              </a:ext>
            </a:extLst>
          </p:cNvPr>
          <p:cNvSpPr txBox="1">
            <a:spLocks/>
          </p:cNvSpPr>
          <p:nvPr/>
        </p:nvSpPr>
        <p:spPr>
          <a:xfrm>
            <a:off x="2068553" y="198453"/>
            <a:ext cx="1196302" cy="2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資料讀取</a:t>
            </a:r>
            <a:endParaRPr lang="zh-TW" altLang="en-US" sz="1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6414CB-5B2C-20D4-9187-21E35E168721}"/>
              </a:ext>
            </a:extLst>
          </p:cNvPr>
          <p:cNvSpPr txBox="1">
            <a:spLocks/>
          </p:cNvSpPr>
          <p:nvPr/>
        </p:nvSpPr>
        <p:spPr>
          <a:xfrm>
            <a:off x="1272727" y="235016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B0081691-A0EA-D1FB-2840-68C4C1717C1C}"/>
              </a:ext>
            </a:extLst>
          </p:cNvPr>
          <p:cNvSpPr txBox="1">
            <a:spLocks/>
          </p:cNvSpPr>
          <p:nvPr/>
        </p:nvSpPr>
        <p:spPr>
          <a:xfrm>
            <a:off x="4092532" y="218334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任務限制</a:t>
            </a:r>
          </a:p>
        </p:txBody>
      </p:sp>
      <p:sp>
        <p:nvSpPr>
          <p:cNvPr id="33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C6B31EFD-8399-009D-C914-DE6E5A184AE5}"/>
              </a:ext>
            </a:extLst>
          </p:cNvPr>
          <p:cNvSpPr txBox="1">
            <a:spLocks/>
          </p:cNvSpPr>
          <p:nvPr/>
        </p:nvSpPr>
        <p:spPr>
          <a:xfrm>
            <a:off x="7321401" y="228908"/>
            <a:ext cx="1552664" cy="21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期程發展</a:t>
            </a:r>
          </a:p>
        </p:txBody>
      </p:sp>
      <p:sp>
        <p:nvSpPr>
          <p:cNvPr id="34" name="矩形 33">
            <a:hlinkClick r:id="rId12" action="ppaction://hlinksldjump"/>
            <a:extLst>
              <a:ext uri="{FF2B5EF4-FFF2-40B4-BE49-F238E27FC236}">
                <a16:creationId xmlns:a16="http://schemas.microsoft.com/office/drawing/2014/main" id="{819C12BE-E0D1-035B-114C-8F657F20654E}"/>
              </a:ext>
            </a:extLst>
          </p:cNvPr>
          <p:cNvSpPr/>
          <p:nvPr/>
        </p:nvSpPr>
        <p:spPr>
          <a:xfrm>
            <a:off x="1479868" y="153617"/>
            <a:ext cx="722462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10" action="ppaction://hlinksldjump"/>
            <a:extLst>
              <a:ext uri="{FF2B5EF4-FFF2-40B4-BE49-F238E27FC236}">
                <a16:creationId xmlns:a16="http://schemas.microsoft.com/office/drawing/2014/main" id="{54C68478-A2AC-1A5B-87C9-743035C7746C}"/>
              </a:ext>
            </a:extLst>
          </p:cNvPr>
          <p:cNvSpPr/>
          <p:nvPr/>
        </p:nvSpPr>
        <p:spPr>
          <a:xfrm>
            <a:off x="2206094" y="150539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hlinkClick r:id="rId13" action="ppaction://hlinksldjump"/>
            <a:extLst>
              <a:ext uri="{FF2B5EF4-FFF2-40B4-BE49-F238E27FC236}">
                <a16:creationId xmlns:a16="http://schemas.microsoft.com/office/drawing/2014/main" id="{FAA633B0-B17E-F8E4-9A28-F46F47586502}"/>
              </a:ext>
            </a:extLst>
          </p:cNvPr>
          <p:cNvSpPr/>
          <p:nvPr/>
        </p:nvSpPr>
        <p:spPr>
          <a:xfrm>
            <a:off x="3192623" y="144266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14" action="ppaction://hlinksldjump"/>
            <a:extLst>
              <a:ext uri="{FF2B5EF4-FFF2-40B4-BE49-F238E27FC236}">
                <a16:creationId xmlns:a16="http://schemas.microsoft.com/office/drawing/2014/main" id="{A009437F-F162-F04E-6E09-577604734A5C}"/>
              </a:ext>
            </a:extLst>
          </p:cNvPr>
          <p:cNvSpPr/>
          <p:nvPr/>
        </p:nvSpPr>
        <p:spPr>
          <a:xfrm>
            <a:off x="416773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15" action="ppaction://hlinksldjump"/>
            <a:extLst>
              <a:ext uri="{FF2B5EF4-FFF2-40B4-BE49-F238E27FC236}">
                <a16:creationId xmlns:a16="http://schemas.microsoft.com/office/drawing/2014/main" id="{EA11951A-5C96-8B5C-0FE3-93E461907444}"/>
              </a:ext>
            </a:extLst>
          </p:cNvPr>
          <p:cNvSpPr/>
          <p:nvPr/>
        </p:nvSpPr>
        <p:spPr>
          <a:xfrm>
            <a:off x="6215978" y="144266"/>
            <a:ext cx="1314213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5" action="ppaction://hlinksldjump"/>
            <a:extLst>
              <a:ext uri="{FF2B5EF4-FFF2-40B4-BE49-F238E27FC236}">
                <a16:creationId xmlns:a16="http://schemas.microsoft.com/office/drawing/2014/main" id="{360A2AA1-E043-CC28-E2EC-6C25E6654CD8}"/>
              </a:ext>
            </a:extLst>
          </p:cNvPr>
          <p:cNvSpPr/>
          <p:nvPr/>
        </p:nvSpPr>
        <p:spPr>
          <a:xfrm>
            <a:off x="7660512" y="157017"/>
            <a:ext cx="799587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6" action="ppaction://hlinksldjump"/>
            <a:extLst>
              <a:ext uri="{FF2B5EF4-FFF2-40B4-BE49-F238E27FC236}">
                <a16:creationId xmlns:a16="http://schemas.microsoft.com/office/drawing/2014/main" id="{ABB0DD8A-1110-D3EC-A371-C1018B293CE7}"/>
              </a:ext>
            </a:extLst>
          </p:cNvPr>
          <p:cNvSpPr/>
          <p:nvPr/>
        </p:nvSpPr>
        <p:spPr>
          <a:xfrm>
            <a:off x="7621964" y="146685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AFDA832-E83D-F705-AD4A-4F0C49EFE38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Google Shape;237;p30">
            <a:hlinkClick r:id="rId10" action="ppaction://hlinksldjump"/>
            <a:extLst>
              <a:ext uri="{FF2B5EF4-FFF2-40B4-BE49-F238E27FC236}">
                <a16:creationId xmlns:a16="http://schemas.microsoft.com/office/drawing/2014/main" id="{40550D07-C80D-F1EE-A61D-40185AAEB36E}"/>
              </a:ext>
            </a:extLst>
          </p:cNvPr>
          <p:cNvSpPr txBox="1">
            <a:spLocks/>
          </p:cNvSpPr>
          <p:nvPr/>
        </p:nvSpPr>
        <p:spPr>
          <a:xfrm>
            <a:off x="5092775" y="216876"/>
            <a:ext cx="1020588" cy="23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初步結果</a:t>
            </a:r>
          </a:p>
        </p:txBody>
      </p:sp>
      <p:sp>
        <p:nvSpPr>
          <p:cNvPr id="43" name="矩形 42">
            <a:hlinkClick r:id="rId17" action="ppaction://hlinksldjump"/>
            <a:extLst>
              <a:ext uri="{FF2B5EF4-FFF2-40B4-BE49-F238E27FC236}">
                <a16:creationId xmlns:a16="http://schemas.microsoft.com/office/drawing/2014/main" id="{BC166184-30D8-F492-3776-1A7FA35EADFC}"/>
              </a:ext>
            </a:extLst>
          </p:cNvPr>
          <p:cNvSpPr/>
          <p:nvPr/>
        </p:nvSpPr>
        <p:spPr>
          <a:xfrm>
            <a:off x="5138251" y="150711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621598"/>
      </p:ext>
    </p:extLst>
  </p:cSld>
  <p:clrMapOvr>
    <a:masterClrMapping/>
  </p:clrMapOvr>
</p:sld>
</file>

<file path=ppt/theme/theme1.xml><?xml version="1.0" encoding="utf-8"?>
<a:theme xmlns:a="http://schemas.openxmlformats.org/drawingml/2006/main" name="People &amp; Diversity Website Design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FFCE1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20148</TotalTime>
  <Words>5540</Words>
  <Application>Microsoft Office PowerPoint</Application>
  <PresentationFormat>如螢幕大小 (16:9)</PresentationFormat>
  <Paragraphs>1023</Paragraphs>
  <Slides>46</Slides>
  <Notes>45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3" baseType="lpstr">
      <vt:lpstr>Arial</vt:lpstr>
      <vt:lpstr>Calibri</vt:lpstr>
      <vt:lpstr>Cambria Math</vt:lpstr>
      <vt:lpstr>標楷體</vt:lpstr>
      <vt:lpstr>Times New Roman</vt:lpstr>
      <vt:lpstr>Poppins</vt:lpstr>
      <vt:lpstr>People &amp; Diversity Website Design by Slidesgo</vt:lpstr>
      <vt:lpstr>任務排程系統新模組開發</vt:lpstr>
      <vt:lpstr>前言</vt:lpstr>
      <vt:lpstr>PowerPoint 簡報</vt:lpstr>
      <vt:lpstr>數學模型（1/2）</vt:lpstr>
      <vt:lpstr>數學模型（2/2）</vt:lpstr>
      <vt:lpstr>Attitude Maneuver</vt:lpstr>
      <vt:lpstr>Orbit Maneuver</vt:lpstr>
      <vt:lpstr>GOHOME Maneuver</vt:lpstr>
      <vt:lpstr>GAT Maneuver</vt:lpstr>
      <vt:lpstr>Monitoring</vt:lpstr>
      <vt:lpstr>RSI Record</vt:lpstr>
      <vt:lpstr>RSI Playback</vt:lpstr>
      <vt:lpstr>RSI Delete</vt:lpstr>
      <vt:lpstr>Miscellaneous</vt:lpstr>
      <vt:lpstr>SPL Procedure</vt:lpstr>
      <vt:lpstr>SPL Playback</vt:lpstr>
      <vt:lpstr>初步結果呈現 – Monitoring（1/2）</vt:lpstr>
      <vt:lpstr>初步結果呈現 – Monitoring（2/2）</vt:lpstr>
      <vt:lpstr>初步結果呈現 – RSI_REC</vt:lpstr>
      <vt:lpstr>PowerPoint 簡報</vt:lpstr>
      <vt:lpstr>PowerPoint 簡報</vt:lpstr>
      <vt:lpstr>PowerPoint 簡報</vt:lpstr>
      <vt:lpstr>系統功能項目審核</vt:lpstr>
      <vt:lpstr>期程發展</vt:lpstr>
      <vt:lpstr>THANKS!</vt:lpstr>
      <vt:lpstr>活動重疊限制</vt:lpstr>
      <vt:lpstr>活動重疊限制 – 起始時間存有變數 (RSI_PBK)</vt:lpstr>
      <vt:lpstr>PowerPoint 簡報</vt:lpstr>
      <vt:lpstr>GOHOME充電限制</vt:lpstr>
      <vt:lpstr>GOHOME充電限制</vt:lpstr>
      <vt:lpstr>GOHOME充電限制</vt:lpstr>
      <vt:lpstr>S-band地面站接觸</vt:lpstr>
      <vt:lpstr>Duty Cycle限制 – RSI_REC</vt:lpstr>
      <vt:lpstr>RSI_PBK相關限制</vt:lpstr>
      <vt:lpstr>RSI_PBK相關限制</vt:lpstr>
      <vt:lpstr>RSI_DEL相關限制</vt:lpstr>
      <vt:lpstr>RSI_DEL相關限制</vt:lpstr>
      <vt:lpstr>RSI_DEL相關限制</vt:lpstr>
      <vt:lpstr>RSI_DEL相關限制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Oxidation / Diffusion</dc:title>
  <cp:lastModifiedBy>品玲 尹</cp:lastModifiedBy>
  <cp:revision>303</cp:revision>
  <dcterms:modified xsi:type="dcterms:W3CDTF">2023-10-20T05:16:12Z</dcterms:modified>
</cp:coreProperties>
</file>